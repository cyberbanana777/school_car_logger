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6.xml" ContentType="application/vnd.openxmlformats-officedocument.theme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7.xml" ContentType="application/vnd.openxmlformats-officedocument.theme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8.xml" ContentType="application/vnd.openxmlformats-officedocument.theme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theme/theme9.xml" ContentType="application/vnd.openxmlformats-officedocument.theme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theme/theme10.xml" ContentType="application/vnd.openxmlformats-officedocument.theme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1.xml" ContentType="application/vnd.openxmlformats-officedocument.theme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theme/theme12.xml" ContentType="application/vnd.openxmlformats-officedocument.theme+xml"/>
  <Override PartName="/ppt/theme/theme1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  <p:sldMasterId id="2147483672" r:id="rId3"/>
    <p:sldMasterId id="2147483684" r:id="rId4"/>
    <p:sldMasterId id="2147483696" r:id="rId5"/>
    <p:sldMasterId id="2147483708" r:id="rId6"/>
    <p:sldMasterId id="2147483720" r:id="rId7"/>
    <p:sldMasterId id="2147483732" r:id="rId8"/>
    <p:sldMasterId id="2147483744" r:id="rId9"/>
    <p:sldMasterId id="2147483756" r:id="rId10"/>
    <p:sldMasterId id="2147483768" r:id="rId11"/>
    <p:sldMasterId id="2147483780" r:id="rId12"/>
  </p:sldMasterIdLst>
  <p:notesMasterIdLst>
    <p:notesMasterId r:id="rId36"/>
  </p:notes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9" r:id="rId20"/>
    <p:sldId id="263" r:id="rId21"/>
    <p:sldId id="270" r:id="rId22"/>
    <p:sldId id="264" r:id="rId23"/>
    <p:sldId id="271" r:id="rId24"/>
    <p:sldId id="272" r:id="rId25"/>
    <p:sldId id="273" r:id="rId26"/>
    <p:sldId id="274" r:id="rId27"/>
    <p:sldId id="275" r:id="rId28"/>
    <p:sldId id="265" r:id="rId29"/>
    <p:sldId id="276" r:id="rId30"/>
    <p:sldId id="278" r:id="rId31"/>
    <p:sldId id="277" r:id="rId32"/>
    <p:sldId id="266" r:id="rId33"/>
    <p:sldId id="267" r:id="rId34"/>
    <p:sldId id="268" r:id="rId35"/>
  </p:sldIdLst>
  <p:sldSz cx="12192000" cy="6858000"/>
  <p:notesSz cx="6858000" cy="9144000"/>
  <p:defaultTextStyle>
    <a:defPPr>
      <a:defRPr lang="en-GB"/>
    </a:defPPr>
    <a:lvl1pPr marL="0" lvl="0" indent="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1pPr>
    <a:lvl2pPr marL="742950" lvl="1" indent="-28575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2pPr>
    <a:lvl3pPr marL="1143000" lvl="2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3pPr>
    <a:lvl4pPr marL="1600200" lvl="3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4pPr>
    <a:lvl5pPr marL="2057400" lvl="4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5pPr>
    <a:lvl6pPr marL="2286000" lvl="5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6pPr>
    <a:lvl7pPr marL="2743200" lvl="6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7pPr>
    <a:lvl8pPr marL="3200400" lvl="7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8pPr>
    <a:lvl9pPr marL="3657600" lvl="8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8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31E30A-1B4B-43D8-9822-9F7DA5E2D214}" v="196" dt="2026-04-22T14:36:58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85" d="100"/>
          <a:sy n="85" d="100"/>
        </p:scale>
        <p:origin x="-780" y="-84"/>
      </p:cViewPr>
      <p:guideLst>
        <p:guide orient="horz" pos="2168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gridSpacing cx="45007" cy="45007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slide" Target="slides/slide14.xml"/><Relationship Id="rId39" Type="http://schemas.openxmlformats.org/officeDocument/2006/relationships/theme" Target="theme/theme1.xml"/><Relationship Id="rId21" Type="http://schemas.openxmlformats.org/officeDocument/2006/relationships/slide" Target="slides/slide9.xml"/><Relationship Id="rId34" Type="http://schemas.openxmlformats.org/officeDocument/2006/relationships/slide" Target="slides/slide22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slide" Target="slides/slide17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2.xml"/><Relationship Id="rId32" Type="http://schemas.openxmlformats.org/officeDocument/2006/relationships/slide" Target="slides/slide2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slide" Target="slides/slide16.xml"/><Relationship Id="rId36" Type="http://schemas.openxmlformats.org/officeDocument/2006/relationships/notesMaster" Target="notesMasters/notesMaster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7.xml"/><Relationship Id="rId31" Type="http://schemas.openxmlformats.org/officeDocument/2006/relationships/slide" Target="slides/slide19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slide" Target="slides/slide15.xml"/><Relationship Id="rId30" Type="http://schemas.openxmlformats.org/officeDocument/2006/relationships/slide" Target="slides/slide18.xml"/><Relationship Id="rId35" Type="http://schemas.openxmlformats.org/officeDocument/2006/relationships/slide" Target="slides/slide23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33" Type="http://schemas.openxmlformats.org/officeDocument/2006/relationships/slide" Target="slides/slide21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Замещающий образ слайда 12288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ctr" anchorCtr="0"/>
          <a:lstStyle/>
          <a:p>
            <a:pPr lvl="0"/>
            <a:endParaRPr/>
          </a:p>
        </p:txBody>
      </p:sp>
      <p:sp>
        <p:nvSpPr>
          <p:cNvPr id="12290" name="Замещающий текст 12289"/>
          <p:cNvSpPr>
            <a:spLocks noGrp="1"/>
          </p:cNvSpPr>
          <p:nvPr>
            <p:ph type="body"/>
          </p:nvPr>
        </p:nvSpPr>
        <p:spPr>
          <a:xfrm>
            <a:off x="755650" y="5078413"/>
            <a:ext cx="6046788" cy="481012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lstStyle/>
          <a:p>
            <a:pPr lvl="0"/>
            <a:endParaRPr/>
          </a:p>
        </p:txBody>
      </p:sp>
      <p:sp>
        <p:nvSpPr>
          <p:cNvPr id="12291" name="Замещающий верхний колонтитул 12290"/>
          <p:cNvSpPr>
            <a:spLocks noGrp="1"/>
          </p:cNvSpPr>
          <p:nvPr>
            <p:ph type="hdr"/>
          </p:nvPr>
        </p:nvSpPr>
        <p:spPr>
          <a:xfrm>
            <a:off x="0" y="0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lstStyle/>
          <a:p>
            <a:pPr lvl="0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2" name="Замещающая дата 12291"/>
          <p:cNvSpPr>
            <a:spLocks noGrp="1"/>
          </p:cNvSpPr>
          <p:nvPr>
            <p:ph type="dt"/>
          </p:nvPr>
        </p:nvSpPr>
        <p:spPr>
          <a:xfrm>
            <a:off x="4278313" y="0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3" name="Замещающий нижний колонтитул 12292"/>
          <p:cNvSpPr>
            <a:spLocks noGrp="1"/>
          </p:cNvSpPr>
          <p:nvPr>
            <p:ph type="ftr"/>
          </p:nvPr>
        </p:nvSpPr>
        <p:spPr>
          <a:xfrm>
            <a:off x="0" y="10156825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b" anchorCtr="0"/>
          <a:lstStyle/>
          <a:p>
            <a:pPr lvl="0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4" name="Замещающий номер слайда 12293"/>
          <p:cNvSpPr>
            <a:spLocks noGrp="1"/>
          </p:cNvSpPr>
          <p:nvPr>
            <p:ph type="sldNum"/>
          </p:nvPr>
        </p:nvSpPr>
        <p:spPr>
          <a:xfrm>
            <a:off x="4278313" y="10156825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b" anchorCtr="0"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‹#›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lvl="0" indent="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1pPr>
    <a:lvl2pPr marL="742950" lvl="1" indent="-28575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2pPr>
    <a:lvl3pPr marL="1143000" lvl="2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3pPr>
    <a:lvl4pPr marL="1600200" lvl="3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4pPr>
    <a:lvl5pPr marL="2057400" lvl="4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5pPr>
    <a:lvl6pPr marL="2286000" lvl="5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6pPr>
    <a:lvl7pPr marL="2743200" lvl="6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7pPr>
    <a:lvl8pPr marL="3200400" lvl="7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8pPr>
    <a:lvl9pPr marL="3657600" lvl="8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1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6625" name="Замещающий образ слайда 26624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6626" name="Замещающий текст 26625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2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7649" name="Замещающий образ слайда 27648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7650" name="Замещающий текст 27649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3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8673" name="Замещающий образ слайда 28672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8674" name="Замещающий текст 28673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4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9697" name="Замещающий образ слайда 29696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9698" name="Замещающий текст 29697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5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0721" name="Замещающий образ слайда 30720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22" name="Замещающий текст 30721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6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1745" name="Замещающий образ слайда 31744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1746" name="Замещающий текст 31745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7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2769" name="Замещающий образ слайда 32768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2770" name="Замещающий текст 32769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8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2769" name="Замещающий образ слайда 32768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2770" name="Замещающий текст 32769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9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3793" name="Замещающий образ слайда 33792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3794" name="Замещающий текст 33793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10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4817" name="Замещающий образ слайда 34816"/>
          <p:cNvSpPr txBox="1"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4818" name="Замещающий текст 34817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11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5841" name="Замещающий образ слайда 35840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5842" name="Замещающий текст 35841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13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6865" name="Замещающий образ слайда 36864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6866" name="Замещающий текст 36865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14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7889" name="Замещающий образ слайда 37888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7890" name="Замещающий текст 37889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  <a:t>15</a:t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8913" name="Замещающий образ слайда 38912"/>
          <p:cNvSpPr txBox="1"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8914" name="Замещающий текст 38913"/>
          <p:cNvSpPr txBox="1">
            <a:spLocks noGrp="1"/>
          </p:cNvSpPr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/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183188" y="987425"/>
            <a:ext cx="3023600" cy="48720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30200" y="987425"/>
            <a:ext cx="3023600" cy="48720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457200"/>
            <a:ext cx="2628503" cy="5402263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457200"/>
            <a:ext cx="7733132" cy="540226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183188" y="987425"/>
            <a:ext cx="3023600" cy="48720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30200" y="987425"/>
            <a:ext cx="3023600" cy="48720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457200"/>
            <a:ext cx="2628503" cy="5402263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457200"/>
            <a:ext cx="7733132" cy="540226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365125"/>
            <a:ext cx="3789029" cy="58102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781884" y="365125"/>
            <a:ext cx="3789029" cy="58102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1850" y="4589463"/>
            <a:ext cx="5151866" cy="149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93997" y="4589463"/>
            <a:ext cx="5151866" cy="149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17360" y="1709738"/>
            <a:ext cx="2628503" cy="43783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1850" y="1709738"/>
            <a:ext cx="7733133" cy="43783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537428" cy="43497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3479197" y="1825625"/>
            <a:ext cx="2537428" cy="43497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9788" y="1681163"/>
            <a:ext cx="2526538" cy="8223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3469450" y="1681163"/>
            <a:ext cx="2526538" cy="8223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365125"/>
            <a:ext cx="2628503" cy="2138363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365125"/>
            <a:ext cx="7733132" cy="213836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4.xml"/><Relationship Id="rId3" Type="http://schemas.openxmlformats.org/officeDocument/2006/relationships/slideLayout" Target="../slideLayouts/slideLayout69.xml"/><Relationship Id="rId7" Type="http://schemas.openxmlformats.org/officeDocument/2006/relationships/slideLayout" Target="../slideLayouts/slideLayout73.xml"/><Relationship Id="rId12" Type="http://schemas.openxmlformats.org/officeDocument/2006/relationships/theme" Target="../theme/theme7.xml"/><Relationship Id="rId2" Type="http://schemas.openxmlformats.org/officeDocument/2006/relationships/slideLayout" Target="../slideLayouts/slideLayout68.xml"/><Relationship Id="rId1" Type="http://schemas.openxmlformats.org/officeDocument/2006/relationships/slideLayout" Target="../slideLayouts/slideLayout67.xml"/><Relationship Id="rId6" Type="http://schemas.openxmlformats.org/officeDocument/2006/relationships/slideLayout" Target="../slideLayouts/slideLayout72.xml"/><Relationship Id="rId11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0.xml"/><Relationship Id="rId9" Type="http://schemas.openxmlformats.org/officeDocument/2006/relationships/slideLayout" Target="../slideLayouts/slideLayout75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4.xml"/><Relationship Id="rId12" Type="http://schemas.openxmlformats.org/officeDocument/2006/relationships/theme" Target="../theme/theme8.xml"/><Relationship Id="rId2" Type="http://schemas.openxmlformats.org/officeDocument/2006/relationships/slideLayout" Target="../slideLayouts/slideLayout79.xml"/><Relationship Id="rId1" Type="http://schemas.openxmlformats.org/officeDocument/2006/relationships/slideLayout" Target="../slideLayouts/slideLayout78.xml"/><Relationship Id="rId6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6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6.xml"/><Relationship Id="rId3" Type="http://schemas.openxmlformats.org/officeDocument/2006/relationships/slideLayout" Target="../slideLayouts/slideLayout91.xml"/><Relationship Id="rId7" Type="http://schemas.openxmlformats.org/officeDocument/2006/relationships/slideLayout" Target="../slideLayouts/slideLayout95.xml"/><Relationship Id="rId12" Type="http://schemas.openxmlformats.org/officeDocument/2006/relationships/theme" Target="../theme/theme9.xml"/><Relationship Id="rId2" Type="http://schemas.openxmlformats.org/officeDocument/2006/relationships/slideLayout" Target="../slideLayouts/slideLayout90.xml"/><Relationship Id="rId1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9.xml"/><Relationship Id="rId5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7.xml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7.xml"/><Relationship Id="rId3" Type="http://schemas.openxmlformats.org/officeDocument/2006/relationships/slideLayout" Target="../slideLayouts/slideLayout102.xml"/><Relationship Id="rId7" Type="http://schemas.openxmlformats.org/officeDocument/2006/relationships/slideLayout" Target="../slideLayouts/slideLayout106.xml"/><Relationship Id="rId12" Type="http://schemas.openxmlformats.org/officeDocument/2006/relationships/theme" Target="../theme/theme10.xml"/><Relationship Id="rId2" Type="http://schemas.openxmlformats.org/officeDocument/2006/relationships/slideLayout" Target="../slideLayouts/slideLayout101.xml"/><Relationship Id="rId1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10.xml"/><Relationship Id="rId5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9.xml"/><Relationship Id="rId4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8.xml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8.xml"/><Relationship Id="rId3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7.xml"/><Relationship Id="rId12" Type="http://schemas.openxmlformats.org/officeDocument/2006/relationships/theme" Target="../theme/theme11.xml"/><Relationship Id="rId2" Type="http://schemas.openxmlformats.org/officeDocument/2006/relationships/slideLayout" Target="../slideLayouts/slideLayout112.xml"/><Relationship Id="rId1" Type="http://schemas.openxmlformats.org/officeDocument/2006/relationships/slideLayout" Target="../slideLayouts/slideLayout111.xml"/><Relationship Id="rId6" Type="http://schemas.openxmlformats.org/officeDocument/2006/relationships/slideLayout" Target="../slideLayouts/slideLayout116.xml"/><Relationship Id="rId11" Type="http://schemas.openxmlformats.org/officeDocument/2006/relationships/slideLayout" Target="../slideLayouts/slideLayout121.xml"/><Relationship Id="rId5" Type="http://schemas.openxmlformats.org/officeDocument/2006/relationships/slideLayout" Target="../slideLayouts/slideLayout115.xml"/><Relationship Id="rId10" Type="http://schemas.openxmlformats.org/officeDocument/2006/relationships/slideLayout" Target="../slideLayouts/slideLayout120.xml"/><Relationship Id="rId4" Type="http://schemas.openxmlformats.org/officeDocument/2006/relationships/slideLayout" Target="../slideLayouts/slideLayout114.xml"/><Relationship Id="rId9" Type="http://schemas.openxmlformats.org/officeDocument/2006/relationships/slideLayout" Target="../slideLayouts/slideLayout119.xml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9.xml"/><Relationship Id="rId3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8.xml"/><Relationship Id="rId12" Type="http://schemas.openxmlformats.org/officeDocument/2006/relationships/theme" Target="../theme/theme12.xml"/><Relationship Id="rId2" Type="http://schemas.openxmlformats.org/officeDocument/2006/relationships/slideLayout" Target="../slideLayouts/slideLayout123.xml"/><Relationship Id="rId1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32.xml"/><Relationship Id="rId5" Type="http://schemas.openxmlformats.org/officeDocument/2006/relationships/slideLayout" Target="../slideLayouts/slideLayout126.xml"/><Relationship Id="rId10" Type="http://schemas.openxmlformats.org/officeDocument/2006/relationships/slideLayout" Target="../slideLayouts/slideLayout131.xml"/><Relationship Id="rId4" Type="http://schemas.openxmlformats.org/officeDocument/2006/relationships/slideLayout" Target="../slideLayouts/slideLayout125.xml"/><Relationship Id="rId9" Type="http://schemas.openxmlformats.org/officeDocument/2006/relationships/slideLayout" Target="../slideLayouts/slideLayout1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Заголовок 1024"/>
          <p:cNvSpPr>
            <a:spLocks noGrp="1"/>
          </p:cNvSpPr>
          <p:nvPr>
            <p:ph type="title"/>
          </p:nvPr>
        </p:nvSpPr>
        <p:spPr>
          <a:xfrm>
            <a:off x="1524000" y="1122363"/>
            <a:ext cx="9142413" cy="238442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lstStyle/>
          <a:p>
            <a:pPr lvl="0"/>
            <a:r>
              <a:rPr dirty="0"/>
              <a:t>Образец заголовка</a:t>
            </a:r>
          </a:p>
        </p:txBody>
      </p:sp>
      <p:sp>
        <p:nvSpPr>
          <p:cNvPr id="1026" name="Замещающая дата 1025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7" name="Замещающий нижний колонтитул 1026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8" name="Замещающий номер слайда 1027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Заголовок 2048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598613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lstStyle/>
          <a:p>
            <a:pPr lvl="0"/>
            <a:r>
              <a:rPr dirty="0"/>
              <a:t>Образец заголовка</a:t>
            </a:r>
          </a:p>
        </p:txBody>
      </p:sp>
      <p:sp>
        <p:nvSpPr>
          <p:cNvPr id="2050" name="Замещающий текст 2049"/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0612" cy="4872038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lstStyle/>
          <a:p>
            <a:pPr lvl="0"/>
            <a:r>
              <a:rPr dirty="0"/>
              <a:t>Образец текста</a:t>
            </a:r>
          </a:p>
          <a:p>
            <a:pPr lvl="1"/>
            <a:r>
              <a:rPr dirty="0"/>
              <a:t>Второй уровень</a:t>
            </a:r>
          </a:p>
          <a:p>
            <a:pPr lvl="2"/>
            <a:r>
              <a:rPr dirty="0"/>
              <a:t>Третий уровень</a:t>
            </a:r>
          </a:p>
          <a:p>
            <a:pPr lvl="3"/>
            <a:r>
              <a:rPr dirty="0"/>
              <a:t>Четвертый уровень</a:t>
            </a:r>
          </a:p>
          <a:p>
            <a:pPr lvl="4"/>
            <a:r>
              <a:rPr dirty="0"/>
              <a:t>Пятый уровень</a:t>
            </a:r>
          </a:p>
        </p:txBody>
      </p:sp>
      <p:sp>
        <p:nvSpPr>
          <p:cNvPr id="2051" name="Замещающая дата 205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2052" name="Замещающий нижний колонтитул 205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2053" name="Замещающий номер слайда 205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Заголовок 3072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598613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lstStyle/>
          <a:p>
            <a:pPr lvl="0"/>
            <a:r>
              <a:rPr dirty="0"/>
              <a:t>Образец заголовка</a:t>
            </a:r>
          </a:p>
        </p:txBody>
      </p:sp>
      <p:sp>
        <p:nvSpPr>
          <p:cNvPr id="3074" name="Замещающий текст 3073"/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0612" cy="4872038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lstStyle/>
          <a:p>
            <a:pPr lvl="0"/>
            <a:r>
              <a:rPr dirty="0"/>
              <a:t>Для правки структуры щёлкните мышью</a:t>
            </a:r>
          </a:p>
          <a:p>
            <a:pPr lvl="1"/>
            <a:r>
              <a:rPr dirty="0"/>
              <a:t>Второй уровень структуры</a:t>
            </a:r>
          </a:p>
          <a:p>
            <a:pPr lvl="2"/>
            <a:r>
              <a:rPr dirty="0"/>
              <a:t>Третий уровень структуры</a:t>
            </a:r>
          </a:p>
          <a:p>
            <a:pPr lvl="3"/>
            <a:r>
              <a:rPr dirty="0"/>
              <a:t>Четвёртый уровень структуры</a:t>
            </a:r>
          </a:p>
          <a:p>
            <a:pPr lvl="4"/>
            <a:r>
              <a:rPr dirty="0"/>
              <a:t>Пятый уровень структуры</a:t>
            </a:r>
          </a:p>
          <a:p>
            <a:pPr lvl="4"/>
            <a:r>
              <a:rPr dirty="0"/>
              <a:t>Шестой уровень структуры</a:t>
            </a:r>
          </a:p>
          <a:p>
            <a:pPr lvl="4"/>
            <a:r>
              <a:rPr dirty="0"/>
              <a:t>Седьмой уровень структуры</a:t>
            </a:r>
          </a:p>
        </p:txBody>
      </p:sp>
      <p:sp>
        <p:nvSpPr>
          <p:cNvPr id="3075" name="Замещающая дата 3074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076" name="Замещающий нижний колонтитул 3075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077" name="Замещающий номер слайда 3076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Заголовок 4096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/>
          <a:p>
            <a:pPr lvl="0"/>
            <a:r>
              <a:rPr dirty="0"/>
              <a:t>Образец заголовка</a:t>
            </a:r>
          </a:p>
        </p:txBody>
      </p:sp>
      <p:sp>
        <p:nvSpPr>
          <p:cNvPr id="4098" name="Замещающий текст 4097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t" anchorCtr="0"/>
          <a:lstStyle/>
          <a:p>
            <a:pPr lvl="0"/>
            <a:r>
              <a:rPr dirty="0"/>
              <a:t>Образец текста</a:t>
            </a:r>
          </a:p>
          <a:p>
            <a:pPr lvl="1"/>
            <a:r>
              <a:rPr dirty="0"/>
              <a:t>Второй уровень</a:t>
            </a:r>
          </a:p>
          <a:p>
            <a:pPr lvl="2"/>
            <a:r>
              <a:rPr dirty="0"/>
              <a:t>Третий уровень</a:t>
            </a:r>
          </a:p>
          <a:p>
            <a:pPr lvl="3"/>
            <a:r>
              <a:rPr dirty="0"/>
              <a:t>Четвертый уровень</a:t>
            </a:r>
          </a:p>
          <a:p>
            <a:pPr lvl="4"/>
            <a:r>
              <a:rPr dirty="0"/>
              <a:t>Пятый уровень</a:t>
            </a:r>
          </a:p>
        </p:txBody>
      </p:sp>
      <p:sp>
        <p:nvSpPr>
          <p:cNvPr id="4099" name="Замещающая дата 4098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100" name="Замещающий нижний колонтитул 4099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101" name="Замещающий номер слайда 4100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Заголовок 5120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7313" cy="58102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ctr" anchorCtr="0"/>
          <a:lstStyle/>
          <a:p>
            <a:pPr lvl="0"/>
            <a:r>
              <a:rPr dirty="0"/>
              <a:t>Образец заголовка</a:t>
            </a:r>
          </a:p>
        </p:txBody>
      </p:sp>
      <p:sp>
        <p:nvSpPr>
          <p:cNvPr id="5122" name="Замещающий текст 5121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2713" cy="58102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t" anchorCtr="0"/>
          <a:lstStyle/>
          <a:p>
            <a:pPr lvl="0"/>
            <a:r>
              <a:rPr dirty="0"/>
              <a:t>Образец текста</a:t>
            </a:r>
          </a:p>
          <a:p>
            <a:pPr lvl="1"/>
            <a:r>
              <a:rPr dirty="0"/>
              <a:t>Второй уровень</a:t>
            </a:r>
          </a:p>
          <a:p>
            <a:pPr lvl="2"/>
            <a:r>
              <a:rPr dirty="0"/>
              <a:t>Третий уровень</a:t>
            </a:r>
          </a:p>
          <a:p>
            <a:pPr lvl="3"/>
            <a:r>
              <a:rPr dirty="0"/>
              <a:t>Четвертый уровень</a:t>
            </a:r>
          </a:p>
          <a:p>
            <a:pPr lvl="4"/>
            <a:r>
              <a:rPr dirty="0"/>
              <a:t>Пятый уровень</a:t>
            </a:r>
          </a:p>
        </p:txBody>
      </p:sp>
      <p:sp>
        <p:nvSpPr>
          <p:cNvPr id="5123" name="Замещающая дата 5122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124" name="Замещающий нижний колонтитул 5123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125" name="Замещающий номер слайда 5124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Заголовок 6144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/>
          <a:p>
            <a:pPr lvl="0"/>
            <a:r>
              <a:rPr dirty="0"/>
              <a:t>Образец заголовка</a:t>
            </a:r>
          </a:p>
        </p:txBody>
      </p:sp>
      <p:sp>
        <p:nvSpPr>
          <p:cNvPr id="6146" name="Замещающий текст 6145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lstStyle/>
          <a:p>
            <a:pPr lvl="0"/>
            <a:r>
              <a:rPr dirty="0"/>
              <a:t>Образец текста</a:t>
            </a:r>
          </a:p>
          <a:p>
            <a:pPr lvl="1"/>
            <a:r>
              <a:rPr dirty="0"/>
              <a:t>Второй уровень</a:t>
            </a:r>
          </a:p>
          <a:p>
            <a:pPr lvl="2"/>
            <a:r>
              <a:rPr dirty="0"/>
              <a:t>Третий уровень</a:t>
            </a:r>
          </a:p>
          <a:p>
            <a:pPr lvl="3"/>
            <a:r>
              <a:rPr dirty="0"/>
              <a:t>Четвертый уровень</a:t>
            </a:r>
          </a:p>
          <a:p>
            <a:pPr lvl="4"/>
            <a:r>
              <a:rPr dirty="0"/>
              <a:t>Пятый уровень</a:t>
            </a:r>
          </a:p>
        </p:txBody>
      </p:sp>
      <p:sp>
        <p:nvSpPr>
          <p:cNvPr id="6147" name="Замещающая дата 614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8" name="Замещающий нижний колонтитул 614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9" name="Замещающий номер слайда 614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Заголовок 7168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4013" cy="2849562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lstStyle/>
          <a:p>
            <a:pPr lvl="0"/>
            <a:r>
              <a:rPr dirty="0"/>
              <a:t>Образец заголовка</a:t>
            </a:r>
          </a:p>
        </p:txBody>
      </p:sp>
      <p:sp>
        <p:nvSpPr>
          <p:cNvPr id="7170" name="Замещающий текст 7169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4013" cy="149860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lstStyle/>
          <a:p>
            <a:pPr lvl="0"/>
            <a:r>
              <a:rPr dirty="0"/>
              <a:t>Образец текста</a:t>
            </a:r>
          </a:p>
        </p:txBody>
      </p:sp>
      <p:sp>
        <p:nvSpPr>
          <p:cNvPr id="7171" name="Замещающая дата 717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172" name="Замещающий нижний колонтитул 717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173" name="Замещающий номер слайда 717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Заголовок 8192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/>
          <a:p>
            <a:pPr lvl="0"/>
            <a:r>
              <a:rPr dirty="0"/>
              <a:t>Образец заголовка</a:t>
            </a:r>
          </a:p>
        </p:txBody>
      </p:sp>
      <p:sp>
        <p:nvSpPr>
          <p:cNvPr id="8194" name="Замещающая дата 8193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195" name="Замещающий нижний колонтитул 8194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196" name="Замещающий номер слайда 8195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Заголовок 9216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/>
          <a:p>
            <a:pPr lvl="0"/>
            <a:r>
              <a:rPr dirty="0"/>
              <a:t>Образец заголовка</a:t>
            </a:r>
          </a:p>
        </p:txBody>
      </p:sp>
      <p:sp>
        <p:nvSpPr>
          <p:cNvPr id="9218" name="Замещающий текст 9217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78425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lstStyle/>
          <a:p>
            <a:pPr lvl="0"/>
            <a:r>
              <a:rPr dirty="0"/>
              <a:t>Образец текста</a:t>
            </a:r>
          </a:p>
          <a:p>
            <a:pPr lvl="1"/>
            <a:r>
              <a:rPr dirty="0"/>
              <a:t>Второй уровень</a:t>
            </a:r>
          </a:p>
          <a:p>
            <a:pPr lvl="2"/>
            <a:r>
              <a:rPr dirty="0"/>
              <a:t>Третий уровень</a:t>
            </a:r>
          </a:p>
          <a:p>
            <a:pPr lvl="3"/>
            <a:r>
              <a:rPr dirty="0"/>
              <a:t>Четвертый уровень</a:t>
            </a:r>
          </a:p>
          <a:p>
            <a:pPr lvl="4"/>
            <a:r>
              <a:rPr dirty="0"/>
              <a:t>Пятый уровень</a:t>
            </a:r>
          </a:p>
        </p:txBody>
      </p:sp>
      <p:sp>
        <p:nvSpPr>
          <p:cNvPr id="9219" name="Замещающая дата 9218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220" name="Замещающий нижний колонтитул 9219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221" name="Замещающий номер слайда 9220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Замещающая дата 1024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42" name="Замещающий нижний колонтитул 1024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43" name="Замещающий номер слайда 1024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Заголовок 11264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4012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/>
          <a:p>
            <a:pPr lvl="0"/>
            <a:r>
              <a:rPr dirty="0"/>
              <a:t>Образец заголовка</a:t>
            </a:r>
          </a:p>
        </p:txBody>
      </p:sp>
      <p:sp>
        <p:nvSpPr>
          <p:cNvPr id="11266" name="Замещающий текст 11265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232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lstStyle/>
          <a:p>
            <a:pPr lvl="0"/>
            <a:r>
              <a:rPr dirty="0"/>
              <a:t>Образец текста</a:t>
            </a:r>
          </a:p>
        </p:txBody>
      </p:sp>
      <p:sp>
        <p:nvSpPr>
          <p:cNvPr id="11267" name="Замещающая дата 1126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1268" name="Замещающий нижний колонтитул 1126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1269" name="Замещающий номер слайда 1126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Заголовок 6144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/>
          <a:p>
            <a:pPr lvl="0"/>
            <a:r>
              <a:rPr dirty="0"/>
              <a:t>Образец заголовка</a:t>
            </a:r>
          </a:p>
        </p:txBody>
      </p:sp>
      <p:sp>
        <p:nvSpPr>
          <p:cNvPr id="6146" name="Замещающий текст 6145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lstStyle/>
          <a:p>
            <a:pPr lvl="0"/>
            <a:r>
              <a:rPr dirty="0"/>
              <a:t>Образец текста</a:t>
            </a:r>
          </a:p>
          <a:p>
            <a:pPr lvl="1"/>
            <a:r>
              <a:rPr dirty="0"/>
              <a:t>Второй уровень</a:t>
            </a:r>
          </a:p>
          <a:p>
            <a:pPr lvl="2"/>
            <a:r>
              <a:rPr dirty="0"/>
              <a:t>Третий уровень</a:t>
            </a:r>
          </a:p>
          <a:p>
            <a:pPr lvl="3"/>
            <a:r>
              <a:rPr dirty="0"/>
              <a:t>Четвертый уровень</a:t>
            </a:r>
          </a:p>
          <a:p>
            <a:pPr lvl="4"/>
            <a:r>
              <a:rPr dirty="0"/>
              <a:t>Пятый уровень</a:t>
            </a:r>
          </a:p>
        </p:txBody>
      </p:sp>
      <p:sp>
        <p:nvSpPr>
          <p:cNvPr id="6147" name="Замещающая дата 614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8" name="Замещающий нижний колонтитул 614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9" name="Замещающий номер слайда 614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eg"/><Relationship Id="rId3" Type="http://schemas.openxmlformats.org/officeDocument/2006/relationships/image" Target="../media/image5.png"/><Relationship Id="rId7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7.xml"/><Relationship Id="rId6" Type="http://schemas.openxmlformats.org/officeDocument/2006/relationships/image" Target="../media/image2.jpe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3.xml"/><Relationship Id="rId6" Type="http://schemas.openxmlformats.org/officeDocument/2006/relationships/image" Target="../media/image7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7.xml"/><Relationship Id="rId6" Type="http://schemas.openxmlformats.org/officeDocument/2006/relationships/image" Target="../media/image8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7.xml"/><Relationship Id="rId6" Type="http://schemas.openxmlformats.org/officeDocument/2006/relationships/image" Target="../media/image10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7.xml"/><Relationship Id="rId6" Type="http://schemas.openxmlformats.org/officeDocument/2006/relationships/image" Target="../media/image16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Заголовок 13312"/>
          <p:cNvSpPr>
            <a:spLocks noGrp="1"/>
          </p:cNvSpPr>
          <p:nvPr>
            <p:ph type="title"/>
          </p:nvPr>
        </p:nvSpPr>
        <p:spPr>
          <a:xfrm>
            <a:off x="85725" y="2147888"/>
            <a:ext cx="12018963" cy="1754187"/>
          </a:xfrm>
        </p:spPr>
        <p:txBody>
          <a:bodyPr wrap="square" lIns="91440" tIns="45720" rIns="91440" bIns="45720" anchor="ctr" anchorCtr="0"/>
          <a:lstStyle/>
          <a:p>
            <a:pPr algn="ctr" defTabSz="914400">
              <a:lnSpc>
                <a:spcPct val="15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Arial" panose="020B0604020202020204" pitchFamily="34" charset="0"/>
                <a:cs typeface="Arial Black" panose="020B0A04020102020204" charset="0"/>
              </a:rPr>
              <a:t>Приложение для ведения автомобильного журнала</a:t>
            </a:r>
            <a:endParaRPr lang="ru-RU" altLang="x-none" sz="3200" b="1" baseline="0" dirty="0" err="1">
              <a:latin typeface="Arial" panose="020B0604020202020204" pitchFamily="34" charset="0"/>
              <a:ea typeface="Arial Black" panose="020B0A04020102020204" charset="0"/>
            </a:endParaRPr>
          </a:p>
        </p:txBody>
      </p:sp>
      <p:sp>
        <p:nvSpPr>
          <p:cNvPr id="13314" name="Прямоугольник 13313"/>
          <p:cNvSpPr/>
          <p:nvPr/>
        </p:nvSpPr>
        <p:spPr>
          <a:xfrm>
            <a:off x="155258" y="5048568"/>
            <a:ext cx="7088187" cy="3683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endParaRPr lang="ru-RU" altLang="en-US"/>
          </a:p>
        </p:txBody>
      </p:sp>
      <p:sp>
        <p:nvSpPr>
          <p:cNvPr id="13315" name="Прямоугольник 13314"/>
          <p:cNvSpPr/>
          <p:nvPr/>
        </p:nvSpPr>
        <p:spPr>
          <a:xfrm>
            <a:off x="7690485" y="3627120"/>
            <a:ext cx="4506595" cy="286639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noAutofit/>
          </a:bodyPr>
          <a:lstStyle/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Авторы проекта:</a:t>
            </a: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Ученики 10И класса</a:t>
            </a: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 </a:t>
            </a: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ГБОУ Школа №1596</a:t>
            </a:r>
          </a:p>
          <a:p>
            <a:pPr defTabSz="914400" hangingPunct="1">
              <a:lnSpc>
                <a:spcPct val="10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Шорсткин Владислав Михайлович</a:t>
            </a: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Козлов Никита Алексеевич</a:t>
            </a:r>
            <a:endParaRPr lang="ru-RU" altLang="x-none" sz="2000" baseline="0" dirty="0" err="1">
              <a:latin typeface="Arial" panose="020B0604020202020204" pitchFamily="34" charset="0"/>
              <a:ea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13316" name="Прямоугольник 13315"/>
          <p:cNvSpPr/>
          <p:nvPr/>
        </p:nvSpPr>
        <p:spPr>
          <a:xfrm>
            <a:off x="7715885" y="5634355"/>
            <a:ext cx="4441825" cy="101981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Руководители проекта:</a:t>
            </a: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Грачев Александр Витальевич</a:t>
            </a: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ea typeface="Calibri" panose="020F0502020204030204" charset="0"/>
                <a:cs typeface="Calibri" panose="020F0502020204030204" charset="0"/>
              </a:rPr>
              <a:t>Зенина Алиса Александровна</a:t>
            </a:r>
          </a:p>
        </p:txBody>
      </p:sp>
      <p:sp>
        <p:nvSpPr>
          <p:cNvPr id="13317" name="Прямоугольник 13316"/>
          <p:cNvSpPr/>
          <p:nvPr/>
        </p:nvSpPr>
        <p:spPr>
          <a:xfrm>
            <a:off x="3052763" y="6354445"/>
            <a:ext cx="6094412" cy="39624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</a:pPr>
            <a:r>
              <a:rPr lang="ru-RU" altLang="x-none" sz="2000" b="1" baseline="0" dirty="0" err="1">
                <a:latin typeface="Calibri" panose="020F0502020204030204" charset="0"/>
              </a:rPr>
              <a:t>г. Москва, 2026г.</a:t>
            </a:r>
          </a:p>
        </p:txBody>
      </p:sp>
      <p:sp>
        <p:nvSpPr>
          <p:cNvPr id="13318" name="Прямоугольник 13317"/>
          <p:cNvSpPr/>
          <p:nvPr/>
        </p:nvSpPr>
        <p:spPr>
          <a:xfrm>
            <a:off x="560388" y="1552575"/>
            <a:ext cx="11041062" cy="13843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ctr" defTabSz="914400" hangingPunct="1">
              <a:lnSpc>
                <a:spcPct val="15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Государственное бюджетное общеобразовательное учреждение города Москвы «Школа № 1596»</a:t>
            </a:r>
          </a:p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13319" name="Изображение 133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0" name="Изображение 133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1" name="Изображение 133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2" name="Изображение 133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Прямоугольник 14336"/>
          <p:cNvSpPr/>
          <p:nvPr/>
        </p:nvSpPr>
        <p:spPr>
          <a:xfrm>
            <a:off x="7938" y="1524000"/>
            <a:ext cx="12184062" cy="5842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АКТУАЛЬНОСТЬ ПРОЕКТА</a:t>
            </a:r>
            <a:endParaRPr lang="ru-RU" altLang="x-none" sz="3200" b="1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4338" name="Изображение 1433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339" name="Прямоугольник 14338"/>
          <p:cNvSpPr/>
          <p:nvPr/>
        </p:nvSpPr>
        <p:spPr>
          <a:xfrm>
            <a:off x="200025" y="1783080"/>
            <a:ext cx="11817985" cy="507492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Для современных владельцев автомобилей актуальной остаётся проблема систематизации технического обслуживания (ТО). Отсутствие простого и наглядного инструмента для учёта выполненных работ и планирования будущих часто приводит к пропуску регламентных процедур, что влечёт за собой повышенный износ агрегатов, снижение безопасности и неоправданные расходы на ремонт. Существующие решения, как правило, либо являются перегруженными функциями сложными сервисами, либо не позволяют гибко адаптироваться под конкретную модель автомобиля и стиль вождения пользователя.</a:t>
            </a:r>
          </a:p>
        </p:txBody>
      </p:sp>
      <p:pic>
        <p:nvPicPr>
          <p:cNvPr id="14340" name="Изображение 1433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341" name="Изображение 143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342" name="Изображение 143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Прямоугольник 15360"/>
          <p:cNvSpPr/>
          <p:nvPr/>
        </p:nvSpPr>
        <p:spPr>
          <a:xfrm>
            <a:off x="337820" y="1579880"/>
            <a:ext cx="11654790" cy="503618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marL="342900" indent="-215900"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</a:rPr>
              <a:t>ЦЕЛИ И ЗАДАЧИ ПРОЕКТА</a:t>
            </a:r>
          </a:p>
          <a:p>
            <a:pPr marL="342900" indent="-2159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="1" baseline="0" dirty="0" err="1">
                <a:latin typeface="Calibri" panose="020F0502020204030204" charset="0"/>
                <a:cs typeface="Calibri" panose="020F0502020204030204" charset="0"/>
              </a:rPr>
              <a:t>Цель:</a:t>
            </a:r>
          </a:p>
          <a:p>
            <a:pPr marL="342900" indent="4572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en-US" sz="2400" baseline="0" dirty="0" err="1">
                <a:latin typeface="Calibri" panose="020F0502020204030204" charset="0"/>
                <a:cs typeface="Calibri" panose="020F0502020204030204" charset="0"/>
              </a:rPr>
              <a:t>р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азработать минималистичное и удобное ПО  для ведения журнала обслуживания автомобиля и определения необходимого ТО в зависимости от пробега атвомобиля.</a:t>
            </a:r>
          </a:p>
          <a:p>
            <a:pPr marL="342900" indent="-2159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="1" baseline="0" dirty="0" err="1">
                <a:latin typeface="Calibri" panose="020F0502020204030204" charset="0"/>
                <a:cs typeface="Calibri" panose="020F0502020204030204" charset="0"/>
              </a:rPr>
              <a:t>Задачи:</a:t>
            </a: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разработать стурктурную схему</a:t>
            </a:r>
            <a:r>
              <a:rPr lang="ru-RU" altLang="x-none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ПО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;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написать код приложения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;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составить описание проекта и презентацию для защиты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 sz="2400" baseline="0" dirty="0" err="1">
              <a:latin typeface="Calibri" panose="020F0502020204030204" charset="0"/>
              <a:ea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15362" name="Изображение 1536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3" name="Изображение 1536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4" name="Изображение 1536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5" name="Изображение 153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Прямоугольник 16384"/>
          <p:cNvSpPr/>
          <p:nvPr/>
        </p:nvSpPr>
        <p:spPr>
          <a:xfrm>
            <a:off x="481013" y="1852613"/>
            <a:ext cx="11537950" cy="305879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ЭТАПЫ РАБОТЫ НАД ПРОЕКТОМ</a:t>
            </a: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1. Этап проектирования и анализа,</a:t>
            </a: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2. этап программной реализации,</a:t>
            </a:r>
          </a:p>
          <a:p>
            <a:pPr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3. этап тестирования и отладки.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6386" name="Изображение 1638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7" name="Изображение 1638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8" name="Изображение 1638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9" name="Изображение 1638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Прямоугольник 17408"/>
          <p:cNvSpPr/>
          <p:nvPr/>
        </p:nvSpPr>
        <p:spPr>
          <a:xfrm>
            <a:off x="100330" y="1852930"/>
            <a:ext cx="11631295" cy="419989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1">
            <a:spAutoFit/>
          </a:bodyPr>
          <a:lstStyle/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ИСПОЛЬЗУЕМЫЕ ТЕХНОЛОГИИ И ОБОРУДОВАНИЕ</a:t>
            </a:r>
          </a:p>
          <a:p>
            <a:pPr marL="342900" indent="-342900" algn="ctr" defTabSz="914400" hangingPunct="1">
              <a:lnSpc>
                <a:spcPct val="150000"/>
              </a:lnSpc>
              <a:spcAft>
                <a:spcPts val="215"/>
              </a:spcAft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Язык программирования Python 3.10,</a:t>
            </a: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стандартная библиотека для реализации 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GUI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 Tkinter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в 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Python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,</a:t>
            </a: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встроенная в Pyt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h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on библиотека для взаимодействия с БД SQLite.</a:t>
            </a: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17410" name="Изображение 1740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1" name="Изображение 174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2" name="Изображение 174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3" name="Изображение 174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3" name="Изображение 1843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" y="1583690"/>
            <a:ext cx="3462338" cy="45862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34" name="Изображение 1843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435" name="Прямоугольник 18434"/>
          <p:cNvSpPr/>
          <p:nvPr/>
        </p:nvSpPr>
        <p:spPr>
          <a:xfrm>
            <a:off x="4655820" y="1711008"/>
            <a:ext cx="6888163" cy="58102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МОДУЛИ И ИХ ВЗАИМОДЕЙСТВИЕ</a:t>
            </a:r>
            <a:endParaRPr lang="ru-RU" altLang="x-none" sz="3200" b="1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8436" name="Изображение 1843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4963" y="3190875"/>
            <a:ext cx="6421437" cy="28352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437" name="Прямоугольник 18436"/>
          <p:cNvSpPr/>
          <p:nvPr/>
        </p:nvSpPr>
        <p:spPr>
          <a:xfrm>
            <a:off x="6350" y="6143625"/>
            <a:ext cx="5399088" cy="46037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Диаграмма вариантов использования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sp>
        <p:nvSpPr>
          <p:cNvPr id="18438" name="Прямоугольник 18437"/>
          <p:cNvSpPr/>
          <p:nvPr/>
        </p:nvSpPr>
        <p:spPr>
          <a:xfrm>
            <a:off x="6578600" y="6140450"/>
            <a:ext cx="4087813" cy="46037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Структурная диаграмма ПО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8439" name="Изображение 1843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40" name="Изображение 1843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41" name="Изображение 1844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Прямоугольник 19456"/>
          <p:cNvSpPr/>
          <p:nvPr/>
        </p:nvSpPr>
        <p:spPr>
          <a:xfrm>
            <a:off x="2060575" y="1398588"/>
            <a:ext cx="8332788" cy="13716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r>
              <a:rPr lang="ru-RU" altLang="x-none" sz="3600" b="1" baseline="0" dirty="0" err="1">
                <a:latin typeface="Calibri" panose="020F0502020204030204" charset="0"/>
                <a:cs typeface="Calibri" panose="020F0502020204030204" charset="0"/>
              </a:rPr>
              <a:t>РАЗРАБОТКА КЛЮЧЕВЫХ АЛГОРИТМОВ</a:t>
            </a: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sp>
        <p:nvSpPr>
          <p:cNvPr id="19458" name="Прямоугольник 19457"/>
          <p:cNvSpPr/>
          <p:nvPr/>
        </p:nvSpPr>
        <p:spPr>
          <a:xfrm>
            <a:off x="163830" y="2063750"/>
            <a:ext cx="11941175" cy="491934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</a:t>
            </a:r>
            <a:r>
              <a:rPr lang="en-US" altLang="x-none" sz="2400" baseline="0" dirty="0" err="1">
                <a:latin typeface="Calibri" panose="020F0502020204030204" charset="0"/>
              </a:rPr>
              <a:t>Основной функцией этого приложения является определение того какие процедуры планового ТО нужно провести в ближайшее время на основе пробега автомобиля и учёт уже проведённых процедур. Центральным алгоритмом приложения является алгоритм определения статуса процедуры ТО на основе пробега. Его логика учитывает не только факт превышения интервала проведения процедуры ТО, но и вводит понятие «допуска» — процента от интервала, за который система предупреждает о скором ТО. Это позволяет пользователю гибко адаптировать напоминания под свой стиль вождения и образ жизни.</a:t>
            </a:r>
          </a:p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en-US" altLang="x-none" sz="2400" baseline="0" dirty="0" err="1">
              <a:latin typeface="Calibri" panose="020F0502020204030204" charset="0"/>
            </a:endParaRPr>
          </a:p>
        </p:txBody>
      </p:sp>
      <p:pic>
        <p:nvPicPr>
          <p:cNvPr id="19459" name="Изображение 1945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0" name="Изображение 1945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1" name="Изображение 1946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Прямоугольник 19456"/>
          <p:cNvSpPr/>
          <p:nvPr/>
        </p:nvSpPr>
        <p:spPr>
          <a:xfrm>
            <a:off x="2060575" y="1398588"/>
            <a:ext cx="8332788" cy="13716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r>
              <a:rPr lang="ru-RU" altLang="x-none" sz="3600" b="1" baseline="0" dirty="0" err="1">
                <a:latin typeface="Calibri" panose="020F0502020204030204" charset="0"/>
                <a:cs typeface="Calibri" panose="020F0502020204030204" charset="0"/>
              </a:rPr>
              <a:t>РАЗРАБОТКА КЛЮЧЕВЫХ АЛГОРИТМОВ</a:t>
            </a: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sp>
        <p:nvSpPr>
          <p:cNvPr id="19458" name="Прямоугольник 19457"/>
          <p:cNvSpPr/>
          <p:nvPr/>
        </p:nvSpPr>
        <p:spPr>
          <a:xfrm>
            <a:off x="163830" y="2063750"/>
            <a:ext cx="11941175" cy="64262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</a:t>
            </a:r>
            <a:endParaRPr lang="en-US" altLang="x-none" sz="2400" baseline="0" dirty="0" err="1">
              <a:latin typeface="Calibri" panose="020F0502020204030204" charset="0"/>
            </a:endParaRPr>
          </a:p>
        </p:txBody>
      </p:sp>
      <p:pic>
        <p:nvPicPr>
          <p:cNvPr id="19459" name="Изображение 1945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0" name="Изображение 1945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1" name="Изображение 1946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" name="Изображение 1" descr="state_determine_dia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335" y="2663825"/>
            <a:ext cx="11733530" cy="3416935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1" name="Изображение 204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482" name="Изображение 2048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483" name="Изображение 2048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4485" y="1493520"/>
            <a:ext cx="6463030" cy="5257165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FF4D72-1083-B110-23B0-FD3D534AD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1" name="Объект 10" descr="Изображение выглядит как текст, снимок экрана, Шрифт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2E68539-5B84-F1AB-4F83-1D1804C235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4329" y="1425516"/>
            <a:ext cx="6961752" cy="5308119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Изображение 21504" descr="Изображение выглядит как текст, Шрифт, логотип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EBFF949-162E-9F89-E99B-815EAAC37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Изображение 21505" descr="Изображение выглядит как текст, Шрифт, снимок экрана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A18E3C2-F994-18D6-172F-C550C8B3BE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" name="Изображение 21506" descr="Изображение выглядит как текст, логотип, дизайн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61F9F57-6A78-A8E7-C6AB-9B21101E3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195538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5" name="Изображение 2150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506" name="Изображение 2150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507" name="Изображение 215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265" y="1448435"/>
            <a:ext cx="6934835" cy="5333365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3268BE-B3AA-FF1E-26F1-BEB34EB6A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" name="Объект 9" descr="Изображение выглядит как текст, снимок экрана, Шрифт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428D5F8-B9EC-9CB4-3422-B7080D7C09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13689" y="1396761"/>
            <a:ext cx="7163035" cy="530812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Изображение 21504" descr="Изображение выглядит как текст, Шрифт, логотип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5D966D9-C71A-7F11-A491-4771FC4E7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Изображение 21505" descr="Изображение выглядит как текст, Шрифт, снимок экрана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82E0A44-BDF8-E920-AA0F-38E73A7C5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Изображение 21506" descr="Изображение выглядит как текст, логотип, дизайн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17AAF71-F452-BED1-C692-4BA5E26794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1024501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Объект 12" descr="Изображение выглядит как текст, снимок экрана, программное обеспечение, диспле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6534800-CABD-4119-5CF7-1156AADA8A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59348" y="1267366"/>
            <a:ext cx="6686096" cy="591196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6C3F0F-FC11-3226-C602-4283C6EE6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Изображение 22528" descr="Изображение выглядит как текст, Шрифт, логотип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06BCD9D-C2EA-23DE-CDD2-F2A353249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Изображение 22529" descr="Изображение выглядит как текст, Шрифт, снимок экрана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FA46BFE-CA10-6EB0-8B52-FBE97BE42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Изображение 22530" descr="Изображение выглядит как текст, логотип, дизайн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73F8C1E-3EE5-48DE-E0A4-E8CB2C320A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577653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860B91-60E3-B872-FC35-0AB268371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47829BC-FB3A-DA56-205E-AFCB6BA73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4A7C783-1374-F522-AA98-3F49185A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928" y="1085849"/>
            <a:ext cx="6675767" cy="5836489"/>
          </a:xfrm>
          <a:prstGeom prst="rect">
            <a:avLst/>
          </a:prstGeom>
        </p:spPr>
      </p:pic>
      <p:pic>
        <p:nvPicPr>
          <p:cNvPr id="7" name="Изображение 22528" descr="Изображение выглядит как текст, Шрифт, логотип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1347E0E-4565-9474-3FB3-3AB28407B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Изображение 22529" descr="Изображение выглядит как текст, Шрифт, снимок экрана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1DE9BFB-0643-87AB-3DE9-DF9FE632D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" name="Изображение 22530" descr="Изображение выглядит как текст, логотип, дизайн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1A2172F-3E5A-76AF-DBC5-0EDF0CEA87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4203624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D1A4DA-8BA2-8264-0313-4C707F4E5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" name="Объект 9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B542094-030A-56E5-F1EE-DD646F5E6A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6312" y="1684309"/>
            <a:ext cx="7857297" cy="5149969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Изображение 22528" descr="Изображение выглядит как текст, Шрифт, логотип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79B2A79-DA97-0330-8237-FC3D79991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Изображение 22529" descr="Изображение выглядит как текст, Шрифт, снимок экрана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14ACB9A-2489-3C80-AA80-5FF43B581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Изображение 22530" descr="Изображение выглядит как текст, логотип, дизайн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6A74667-DFBF-EE84-941D-8DAAEB19C0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1230759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D1A4DA-8BA2-8264-0313-4C707F4E5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" name="Объект 9" descr="Изображение выглядит как текст, снимок экрана, программное обеспечение, диспле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8F73863-AEF5-72EC-8828-F34D8B16E8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4462" y="1684309"/>
            <a:ext cx="7555372" cy="5020572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Изображение 22528" descr="Изображение выглядит как текст, Шрифт, логотип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D6193A7-3036-451E-6746-391542443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Изображение 22529" descr="Изображение выглядит как текст, Шрифт, снимок экрана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67A8E1A-1E5A-DDDC-316A-DA63FB359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Изображение 22530" descr="Изображение выглядит как текст, логотип, дизайн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ECEC330-56A9-F95E-FFFF-E76ED9BCB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4072815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29" name="Изображение 225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530" name="Изображение 225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531" name="Изображение 225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2445" y="1583690"/>
            <a:ext cx="6087110" cy="5176520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4E2229-1784-45D6-687A-CCFD5C194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" name="Объект 9" descr="Изображение выглядит как текст, снимок экрана, число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3B430EF-F753-9A7B-800E-4BED1B381F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5009" y="1554912"/>
            <a:ext cx="7060394" cy="530812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Изображение 22528" descr="Изображение выглядит как текст, Шрифт, логотип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81FC023-4694-574A-34E7-1C49D1149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Изображение 22529" descr="Изображение выглядит как текст, Шрифт, снимок экрана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64FCD67-B553-A2BB-9F04-1BA4FC35AC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Изображение 22530" descr="Изображение выглядит как текст, логотип, дизайн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ACCC678-999E-8102-5A33-C1C615C8A4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33436809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265AEF-A939-2B8E-CF53-564BC12C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" name="Объект 9" descr="Изображение выглядит как текст, снимок экрана, число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B49BFD-45BD-8A08-D435-4C2C446B61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80029" y="1684308"/>
            <a:ext cx="6830356" cy="5178724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Изображение 22528" descr="Изображение выглядит как текст, Шрифт, логотип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1AE132C-BD94-31CE-D55E-D1F27048F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Изображение 22529" descr="Изображение выглядит как текст, Шрифт, снимок экрана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CA7E8CC-0FE4-3BDA-770C-0C25BF3A14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Изображение 22530" descr="Изображение выглядит как текст, логотип, дизайн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DA46A9D-2706-17A4-BEA7-566B38B27B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42196515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DD1D60-3B30-8996-CEA0-75D2F54EE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" name="Объект 9" descr="Изображение выглядит как текст, снимок экрана, число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BCCBB5C-4EF5-0CC6-F5E9-80EA2C9CED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51916" y="1684308"/>
            <a:ext cx="6686583" cy="5149969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Изображение 22528" descr="Изображение выглядит как текст, Шрифт, логотип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E9B2BED-1BA3-0DBE-2329-560AEF041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Изображение 22529" descr="Изображение выглядит как текст, Шрифт, снимок экрана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E735D08-5F5A-5DCE-4D02-E5D0D27B1F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Изображение 22530" descr="Изображение выглядит как текст, логотип, дизайн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C65B7A8-B93C-1C47-6147-29FA9D5DEC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2481751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Прямоугольник 23552"/>
          <p:cNvSpPr/>
          <p:nvPr/>
        </p:nvSpPr>
        <p:spPr>
          <a:xfrm>
            <a:off x="0" y="1706563"/>
            <a:ext cx="12026900" cy="457454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1">
            <a:spAutoFit/>
          </a:bodyPr>
          <a:lstStyle/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ОСНОВНЫЕ РЕЗУЛЬТАТЫ</a:t>
            </a: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		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Было разработано desktop-приложение "Приложение для ведения автомобильного журнала" на языке программирования Python.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Модульное тестирование продемонстрировало стабильную работу всех компонентов. База данных стабильно выполняет запросы на добавление, поиск и удаление записей. Настройки корректно загружаются и сохраняют графический интерфейс реагирует на действия пользователя без задержек.</a:t>
            </a: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ru-RU" altLang="x-none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23554" name="Изображение 2355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5" name="Изображение 2355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6" name="Изображение 2355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7" name="Изображение 2355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Прямоугольник 24576"/>
          <p:cNvSpPr/>
          <p:nvPr/>
        </p:nvSpPr>
        <p:spPr>
          <a:xfrm>
            <a:off x="0" y="1090613"/>
            <a:ext cx="11996738" cy="56769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ПЕРСПЕКТИВЫ РАЗВИТИЯ</a:t>
            </a: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1.Реализовать поддержку нескольких автомобилей с переключателем между профилями </a:t>
            </a: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на одном устройстве. </a:t>
            </a: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2.Синхронизация с внешними устройствами: Реализация возможности импорта текущего </a:t>
            </a: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пробега. </a:t>
            </a: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3.Создать легковесное облачное бэкенд для резервного копирования данных и синхронизации истории между несколькими устройствами пользователя (ПК, смартфон).</a:t>
            </a: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4. Создание мобильной версии: разработка мобильной версии на том же логическом ядре, но с интерфейсом, адаптированным для смартфонов.</a:t>
            </a: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ru-RU" altLang="x-none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24578" name="Изображение 2457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88" y="168275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4579" name="Изображение 2457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300" y="220663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4580" name="Изображение 2457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7650" y="49213"/>
            <a:ext cx="1238250" cy="1208087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Прямоугольник 25600"/>
          <p:cNvSpPr/>
          <p:nvPr/>
        </p:nvSpPr>
        <p:spPr>
          <a:xfrm>
            <a:off x="0" y="3103563"/>
            <a:ext cx="12192000" cy="922337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lstStyle/>
          <a:p>
            <a:pPr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5400" b="1" baseline="0" dirty="0" err="1">
                <a:latin typeface="Arial Black" panose="020B0A04020102020204" charset="0"/>
                <a:cs typeface="Arial Black" panose="020B0A04020102020204" charset="0"/>
              </a:rPr>
              <a:t>СПАСИБО ЗА ВНИМАНИЕ!</a:t>
            </a:r>
            <a:endParaRPr lang="ru-RU" altLang="x-none" sz="5400" b="1" baseline="0" dirty="0" err="1">
              <a:latin typeface="Arial Black" panose="020B0A04020102020204" charset="0"/>
              <a:ea typeface="Arial Black" panose="020B0A04020102020204" charset="0"/>
            </a:endParaRPr>
          </a:p>
        </p:txBody>
      </p:sp>
      <p:pic>
        <p:nvPicPr>
          <p:cNvPr id="25602" name="Изображение 256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3" name="Изображение 2560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4" name="Изображение 256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5" name="Изображение 2560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</p:sld>
</file>

<file path=ppt/theme/theme1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1_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Cambria-Calibri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atMod val="350000"/>
                <a:shade val="99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3157</Words>
  <Application>Microsoft Office PowerPoint</Application>
  <PresentationFormat>Широкоэкранный</PresentationFormat>
  <Paragraphs>76</Paragraphs>
  <Slides>23</Slides>
  <Notes>14</Notes>
  <HiddenSlides>0</HiddenSlides>
  <MMClips>0</MMClips>
  <ScaleCrop>false</ScaleCrop>
  <HeadingPairs>
    <vt:vector size="4" baseType="variant">
      <vt:variant>
        <vt:lpstr>Тема</vt:lpstr>
      </vt:variant>
      <vt:variant>
        <vt:i4>12</vt:i4>
      </vt:variant>
      <vt:variant>
        <vt:lpstr>Заголовки слайдов</vt:lpstr>
      </vt:variant>
      <vt:variant>
        <vt:i4>23</vt:i4>
      </vt:variant>
    </vt:vector>
  </HeadingPairs>
  <TitlesOfParts>
    <vt:vector size="35" baseType="lpstr">
      <vt:lpstr/>
      <vt:lpstr/>
      <vt:lpstr/>
      <vt:lpstr/>
      <vt:lpstr/>
      <vt:lpstr/>
      <vt:lpstr/>
      <vt:lpstr/>
      <vt:lpstr/>
      <vt:lpstr/>
      <vt:lpstr/>
      <vt:lpstr>1_</vt:lpstr>
      <vt:lpstr>Приложение для ведения автомобильного журнала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Alexander Grachev</cp:lastModifiedBy>
  <cp:revision>139</cp:revision>
  <dcterms:created xsi:type="dcterms:W3CDTF">2026-02-27T11:38:00Z</dcterms:created>
  <dcterms:modified xsi:type="dcterms:W3CDTF">2026-04-22T14:37:59Z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ICV">
    <vt:lpwstr>E6F5FF824ECE40449015F2A02FA771EF_12</vt:lpwstr>
  </property>
  <property fmtid="{D5CDD505-2E9C-101B-9397-08002B2CF9AE}" pid="4" name="KSOProductBuildVer">
    <vt:lpwstr>1049-12.1.0.25242</vt:lpwstr>
  </property>
  <property fmtid="{D5CDD505-2E9C-101B-9397-08002B2CF9AE}" pid="5" name="PresentationFormat">
    <vt:lpwstr>Широкоэкранный</vt:lpwstr>
  </property>
  <property fmtid="{D5CDD505-2E9C-101B-9397-08002B2CF9AE}" pid="6" name="Slides">
    <vt:i4>10</vt:i4>
  </property>
</Properties>
</file>