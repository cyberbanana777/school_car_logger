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</p:sldMasterIdLst>
  <p:notesMasterIdLst>
    <p:notesMasterId r:id="rId15"/>
  </p:notesMasterIdLst>
  <p:sldIdLst>
    <p:sldId id="256" r:id="rId14"/>
    <p:sldId id="257" r:id="rId16"/>
    <p:sldId id="258" r:id="rId17"/>
    <p:sldId id="259" r:id="rId18"/>
    <p:sldId id="260" r:id="rId19"/>
    <p:sldId id="261" r:id="rId20"/>
    <p:sldId id="262" r:id="rId21"/>
    <p:sldId id="269" r:id="rId22"/>
    <p:sldId id="263" r:id="rId23"/>
    <p:sldId id="264" r:id="rId24"/>
    <p:sldId id="265" r:id="rId25"/>
    <p:sldId id="266" r:id="rId26"/>
    <p:sldId id="267" r:id="rId27"/>
    <p:sldId id="268" r:id="rId28"/>
  </p:sldIdLst>
  <p:sldSz cx="12192000" cy="6858000"/>
  <p:notesSz cx="6858000" cy="9144000"/>
  <p:defaultTextStyle>
    <a:defPPr>
      <a:defRPr lang="en-GB"/>
    </a:defPPr>
    <a:lvl1pPr marL="0" lvl="0" indent="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9144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168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6" cy="45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89" name="Замещающий образ слайда 12288"/>
          <p:cNvSpPr>
            <a:spLocks noGrp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lvl="0"/>
          </a:p>
        </p:txBody>
      </p:sp>
      <p:sp>
        <p:nvSpPr>
          <p:cNvPr id="12290" name="Замещающий текст 12289"/>
          <p:cNvSpPr>
            <a:spLocks noGrp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/>
          </a:p>
        </p:txBody>
      </p:sp>
      <p:sp>
        <p:nvSpPr>
          <p:cNvPr id="12291" name="Замещающий верхний колонтитул 12290"/>
          <p:cNvSpPr>
            <a:spLocks noGrp="1"/>
          </p:cNvSpPr>
          <p:nvPr>
            <p:ph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292" name="Замещающая дата 12291"/>
          <p:cNvSpPr>
            <a:spLocks noGrp="1"/>
          </p:cNvSpPr>
          <p:nvPr>
            <p:ph type="dt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293" name="Замещающий нижний колонтитул 12292"/>
          <p:cNvSpPr>
            <a:spLocks noGrp="1"/>
          </p:cNvSpPr>
          <p:nvPr>
            <p:ph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294" name="Замещающий номер слайда 12293"/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625" name="Замещающий образ слайда 26624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6" name="Замещающий текст 26625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649" name="Замещающий образ слайда 27648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0" name="Замещающий текст 27649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673" name="Замещающий образ слайда 28672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674" name="Замещающий текст 28673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697" name="Замещающий образ слайда 29696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698" name="Замещающий текст 29697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0721" name="Замещающий образ слайда 30720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22" name="Замещающий текст 30721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1745" name="Замещающий образ слайда 31744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1746" name="Замещающий текст 31745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2769" name="Замещающий образ слайда 32768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2770" name="Замещающий текст 32769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2769" name="Замещающий образ слайда 32768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2770" name="Замещающий текст 32769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3793" name="Замещающий образ слайда 33792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3794" name="Замещающий текст 33793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817" name="Замещающий образ слайда 34816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4818" name="Замещающий текст 34817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841" name="Замещающий образ слайда 35840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5842" name="Замещающий текст 35841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6865" name="Замещающий образ слайда 36864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66" name="Замещающий текст 36865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889" name="Замещающий образ слайда 37888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7890" name="Замещающий текст 37889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мещающий номер слайда 1"/>
          <p:cNvSpPr/>
          <p:nvPr>
            <p:ph type="sldNum" idx="2"/>
          </p:nvPr>
        </p:nvSpPr>
        <p:spPr/>
        <p:txBody>
          <a:bodyPr/>
          <a:p>
            <a:pPr lvl="0" algn="r" defTabSz="9144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ru-RU" altLang="x-none" sz="1400" dirty="0" err="1">
                <a:solidFill>
                  <a:srgbClr val="000000"/>
                </a:solidFill>
                <a:latin typeface="Times New Roman" panose="02020603050405020304" pitchFamily="16" charset="0"/>
                <a:cs typeface="Segoe UI" panose="020B0502040204020203" charset="0"/>
              </a:rPr>
            </a:fld>
            <a:endParaRPr lang="ru-RU" altLang="x-none" sz="1400" dirty="0" err="1">
              <a:solidFill>
                <a:srgbClr val="000000"/>
              </a:solidFill>
              <a:latin typeface="Times New Roman" panose="02020603050405020304" pitchFamily="16" charset="0"/>
              <a:ea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913" name="Замещающий образ слайда 38912"/>
          <p:cNvSpPr txBox="1"/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14" name="Замещающий текст 38913"/>
          <p:cNvSpPr txBox="1"/>
          <p:nvPr>
            <p:ph type="body" idx="1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183188" y="987425"/>
            <a:ext cx="3023600" cy="48720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30200" y="987425"/>
            <a:ext cx="3023600" cy="48720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5297" y="457200"/>
            <a:ext cx="2628503" cy="540226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9788" y="457200"/>
            <a:ext cx="7733132" cy="540226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183188" y="987425"/>
            <a:ext cx="3023600" cy="48720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30200" y="987425"/>
            <a:ext cx="3023600" cy="48720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5297" y="457200"/>
            <a:ext cx="2628503" cy="540226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9788" y="457200"/>
            <a:ext cx="7733132" cy="540226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1866" cy="43497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0347" y="1825625"/>
            <a:ext cx="5151866" cy="43497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3710" y="365125"/>
            <a:ext cx="2628503" cy="581025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3133" cy="58102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365125"/>
            <a:ext cx="3789029" cy="58102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81884" y="365125"/>
            <a:ext cx="3789029" cy="58102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3710" y="365125"/>
            <a:ext cx="2628503" cy="581025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3133" cy="58102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1866" cy="43497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0347" y="1825625"/>
            <a:ext cx="5151866" cy="43497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3710" y="365125"/>
            <a:ext cx="2628503" cy="581025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3133" cy="58102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1850" y="4589463"/>
            <a:ext cx="5151866" cy="14986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3997" y="4589463"/>
            <a:ext cx="5151866" cy="14986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17360" y="1709738"/>
            <a:ext cx="2628503" cy="43783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1850" y="1709738"/>
            <a:ext cx="7733133" cy="43783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537428" cy="43497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479197" y="1825625"/>
            <a:ext cx="2537428" cy="43497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3710" y="365125"/>
            <a:ext cx="2628503" cy="581025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3133" cy="58102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9788" y="1681163"/>
            <a:ext cx="2526538" cy="8223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469450" y="1681163"/>
            <a:ext cx="2526538" cy="8223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5297" y="365125"/>
            <a:ext cx="2628503" cy="213836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9788" y="365125"/>
            <a:ext cx="7733132" cy="213836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1866" cy="43497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0347" y="1825625"/>
            <a:ext cx="5151866" cy="43497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3710" y="365125"/>
            <a:ext cx="2628503" cy="581025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3133" cy="58102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2" Type="http://schemas.openxmlformats.org/officeDocument/2006/relationships/theme" Target="../theme/theme12.xml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5" name="Заголовок 1024"/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2413" cy="23844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1026" name="Замещающая дата 1025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1027" name="Замещающий нижний колонтитул 1026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1028" name="Замещающий номер слайда 1027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9" name="Заголовок 2048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0650" cy="1598613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2050" name="Замещающий текст 2049"/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0612" cy="48720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lvl="0"/>
            <a:r>
              <a:rPr dirty="0"/>
              <a:t>Образец текста</a:t>
            </a:r>
            <a:endParaRPr dirty="0"/>
          </a:p>
          <a:p>
            <a:pPr lvl="1"/>
            <a:r>
              <a:rPr dirty="0"/>
              <a:t>Второй уровень</a:t>
            </a:r>
            <a:endParaRPr dirty="0"/>
          </a:p>
          <a:p>
            <a:pPr lvl="2"/>
            <a:r>
              <a:rPr dirty="0"/>
              <a:t>Третий уровень</a:t>
            </a:r>
            <a:endParaRPr dirty="0"/>
          </a:p>
          <a:p>
            <a:pPr lvl="3"/>
            <a:r>
              <a:rPr dirty="0"/>
              <a:t>Четвертый уровень</a:t>
            </a:r>
            <a:endParaRPr dirty="0"/>
          </a:p>
          <a:p>
            <a:pPr lvl="4"/>
            <a:r>
              <a:rPr dirty="0"/>
              <a:t>Пятый уровень</a:t>
            </a:r>
            <a:endParaRPr dirty="0"/>
          </a:p>
        </p:txBody>
      </p:sp>
      <p:sp>
        <p:nvSpPr>
          <p:cNvPr id="2051" name="Замещающая дата 2050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2052" name="Замещающий нижний колонтитул 2051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2053" name="Замещающий номер слайда 2052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3" name="Заголовок 3072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0650" cy="1598613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3074" name="Замещающий текст 3073"/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0612" cy="48720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lvl="0"/>
            <a:r>
              <a:rPr dirty="0"/>
              <a:t>Для правки структуры щёлкните мышью</a:t>
            </a:r>
            <a:endParaRPr dirty="0"/>
          </a:p>
          <a:p>
            <a:pPr lvl="1"/>
            <a:r>
              <a:rPr dirty="0"/>
              <a:t>Второй уровень структуры</a:t>
            </a:r>
            <a:endParaRPr dirty="0"/>
          </a:p>
          <a:p>
            <a:pPr lvl="2"/>
            <a:r>
              <a:rPr dirty="0"/>
              <a:t>Третий уровень структуры</a:t>
            </a:r>
            <a:endParaRPr dirty="0"/>
          </a:p>
          <a:p>
            <a:pPr lvl="3"/>
            <a:r>
              <a:rPr dirty="0"/>
              <a:t>Четвёртый уровень структуры</a:t>
            </a:r>
            <a:endParaRPr dirty="0"/>
          </a:p>
          <a:p>
            <a:pPr lvl="4"/>
            <a:r>
              <a:rPr dirty="0"/>
              <a:t>Пятый уровень структуры</a:t>
            </a:r>
            <a:endParaRPr dirty="0"/>
          </a:p>
          <a:p>
            <a:pPr lvl="4"/>
            <a:r>
              <a:rPr dirty="0"/>
              <a:t>Шестой уровень структуры</a:t>
            </a:r>
            <a:endParaRPr dirty="0"/>
          </a:p>
          <a:p>
            <a:pPr lvl="4"/>
            <a:r>
              <a:rPr dirty="0"/>
              <a:t>Седьмой уровень структуры</a:t>
            </a:r>
            <a:endParaRPr dirty="0"/>
          </a:p>
        </p:txBody>
      </p:sp>
      <p:sp>
        <p:nvSpPr>
          <p:cNvPr id="3075" name="Замещающая дата 3074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076" name="Замещающий нижний колонтитул 3075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3077" name="Замещающий номер слайда 3076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7" name="Заголовок 409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3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4098" name="Замещающий текст 4097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4013" cy="434975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lIns="45720" tIns="91440" rIns="45720" bIns="91440" anchor="t" anchorCtr="0"/>
          <a:p>
            <a:pPr lvl="0"/>
            <a:r>
              <a:rPr dirty="0"/>
              <a:t>Образец текста</a:t>
            </a:r>
            <a:endParaRPr dirty="0"/>
          </a:p>
          <a:p>
            <a:pPr lvl="1"/>
            <a:r>
              <a:rPr dirty="0"/>
              <a:t>Второй уровень</a:t>
            </a:r>
            <a:endParaRPr dirty="0"/>
          </a:p>
          <a:p>
            <a:pPr lvl="2"/>
            <a:r>
              <a:rPr dirty="0"/>
              <a:t>Третий уровень</a:t>
            </a:r>
            <a:endParaRPr dirty="0"/>
          </a:p>
          <a:p>
            <a:pPr lvl="3"/>
            <a:r>
              <a:rPr dirty="0"/>
              <a:t>Четвертый уровень</a:t>
            </a:r>
            <a:endParaRPr dirty="0"/>
          </a:p>
          <a:p>
            <a:pPr lvl="4"/>
            <a:r>
              <a:rPr dirty="0"/>
              <a:t>Пятый уровень</a:t>
            </a:r>
            <a:endParaRPr dirty="0"/>
          </a:p>
        </p:txBody>
      </p:sp>
      <p:sp>
        <p:nvSpPr>
          <p:cNvPr id="4099" name="Замещающая дата 4098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100" name="Замещающий нижний колонтитул 4099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4101" name="Замещающий номер слайда 4100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1" name="Заголовок 5120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7313" cy="581025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lIns="45720" tIns="91440" rIns="45720" bIns="91440" anchor="ctr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5122" name="Замещающий текст 5121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2713" cy="581025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lIns="45720" tIns="91440" rIns="45720" bIns="91440" anchor="t" anchorCtr="0"/>
          <a:p>
            <a:pPr lvl="0"/>
            <a:r>
              <a:rPr dirty="0"/>
              <a:t>Образец текста</a:t>
            </a:r>
            <a:endParaRPr dirty="0"/>
          </a:p>
          <a:p>
            <a:pPr lvl="1"/>
            <a:r>
              <a:rPr dirty="0"/>
              <a:t>Второй уровень</a:t>
            </a:r>
            <a:endParaRPr dirty="0"/>
          </a:p>
          <a:p>
            <a:pPr lvl="2"/>
            <a:r>
              <a:rPr dirty="0"/>
              <a:t>Третий уровень</a:t>
            </a:r>
            <a:endParaRPr dirty="0"/>
          </a:p>
          <a:p>
            <a:pPr lvl="3"/>
            <a:r>
              <a:rPr dirty="0"/>
              <a:t>Четвертый уровень</a:t>
            </a:r>
            <a:endParaRPr dirty="0"/>
          </a:p>
          <a:p>
            <a:pPr lvl="4"/>
            <a:r>
              <a:rPr dirty="0"/>
              <a:t>Пятый уровень</a:t>
            </a:r>
            <a:endParaRPr dirty="0"/>
          </a:p>
        </p:txBody>
      </p:sp>
      <p:sp>
        <p:nvSpPr>
          <p:cNvPr id="5123" name="Замещающая дата 5122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124" name="Замещающий нижний колонтитул 5123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5125" name="Замещающий номер слайда 5124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5" name="Заголовок 614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3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6146" name="Замещающий текст 6145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4013" cy="43497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lvl="0"/>
            <a:r>
              <a:rPr dirty="0"/>
              <a:t>Образец текста</a:t>
            </a:r>
            <a:endParaRPr dirty="0"/>
          </a:p>
          <a:p>
            <a:pPr lvl="1"/>
            <a:r>
              <a:rPr dirty="0"/>
              <a:t>Второй уровень</a:t>
            </a:r>
            <a:endParaRPr dirty="0"/>
          </a:p>
          <a:p>
            <a:pPr lvl="2"/>
            <a:r>
              <a:rPr dirty="0"/>
              <a:t>Третий уровень</a:t>
            </a:r>
            <a:endParaRPr dirty="0"/>
          </a:p>
          <a:p>
            <a:pPr lvl="3"/>
            <a:r>
              <a:rPr dirty="0"/>
              <a:t>Четвертый уровень</a:t>
            </a:r>
            <a:endParaRPr dirty="0"/>
          </a:p>
          <a:p>
            <a:pPr lvl="4"/>
            <a:r>
              <a:rPr dirty="0"/>
              <a:t>Пятый уровень</a:t>
            </a:r>
            <a:endParaRPr dirty="0"/>
          </a:p>
        </p:txBody>
      </p:sp>
      <p:sp>
        <p:nvSpPr>
          <p:cNvPr id="6147" name="Замещающая дата 6146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148" name="Замещающий нижний колонтитул 6147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149" name="Замещающий номер слайда 6148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69" name="Заголовок 7168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4956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7170" name="Замещающий текст 7169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4013" cy="1498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lvl="0"/>
            <a:r>
              <a:rPr dirty="0"/>
              <a:t>Образец текста</a:t>
            </a:r>
            <a:endParaRPr dirty="0"/>
          </a:p>
        </p:txBody>
      </p:sp>
      <p:sp>
        <p:nvSpPr>
          <p:cNvPr id="7171" name="Замещающая дата 7170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172" name="Замещающий нижний колонтитул 7171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7173" name="Замещающий номер слайда 7172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3" name="Заголовок 819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3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8194" name="Замещающая дата 8193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195" name="Замещающий нижний колонтитул 8194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8196" name="Замещающий номер слайда 8195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Заголовок 921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3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9218" name="Замещающий текст 9217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78425" cy="43497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lvl="0"/>
            <a:r>
              <a:rPr dirty="0"/>
              <a:t>Образец текста</a:t>
            </a:r>
            <a:endParaRPr dirty="0"/>
          </a:p>
          <a:p>
            <a:pPr lvl="1"/>
            <a:r>
              <a:rPr dirty="0"/>
              <a:t>Второй уровень</a:t>
            </a:r>
            <a:endParaRPr dirty="0"/>
          </a:p>
          <a:p>
            <a:pPr lvl="2"/>
            <a:r>
              <a:rPr dirty="0"/>
              <a:t>Третий уровень</a:t>
            </a:r>
            <a:endParaRPr dirty="0"/>
          </a:p>
          <a:p>
            <a:pPr lvl="3"/>
            <a:r>
              <a:rPr dirty="0"/>
              <a:t>Четвертый уровень</a:t>
            </a:r>
            <a:endParaRPr dirty="0"/>
          </a:p>
          <a:p>
            <a:pPr lvl="4"/>
            <a:r>
              <a:rPr dirty="0"/>
              <a:t>Пятый уровень</a:t>
            </a:r>
            <a:endParaRPr dirty="0"/>
          </a:p>
        </p:txBody>
      </p:sp>
      <p:sp>
        <p:nvSpPr>
          <p:cNvPr id="9219" name="Замещающая дата 9218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220" name="Замещающий нижний колонтитул 9219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9221" name="Замещающий номер слайда 9220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1" name="Замещающая дата 10240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10242" name="Замещающий нижний колонтитул 10241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10243" name="Замещающий номер слайда 10242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5" name="Заголовок 11264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4012" cy="1323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11266" name="Замещающий текст 11265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6200" cy="8223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lvl="0"/>
            <a:r>
              <a:rPr dirty="0"/>
              <a:t>Образец текста</a:t>
            </a:r>
            <a:endParaRPr dirty="0"/>
          </a:p>
        </p:txBody>
      </p:sp>
      <p:sp>
        <p:nvSpPr>
          <p:cNvPr id="11267" name="Замещающая дата 11266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11268" name="Замещающий нижний колонтитул 11267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11269" name="Замещающий номер слайда 11268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5" name="Заголовок 614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3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lvl="0"/>
            <a:r>
              <a:rPr dirty="0"/>
              <a:t>Образец заголовка</a:t>
            </a:r>
            <a:endParaRPr dirty="0"/>
          </a:p>
        </p:txBody>
      </p:sp>
      <p:sp>
        <p:nvSpPr>
          <p:cNvPr id="6146" name="Замещающий текст 6145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4013" cy="43497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lvl="0"/>
            <a:r>
              <a:rPr dirty="0"/>
              <a:t>Образец текста</a:t>
            </a:r>
            <a:endParaRPr dirty="0"/>
          </a:p>
          <a:p>
            <a:pPr lvl="1"/>
            <a:r>
              <a:rPr dirty="0"/>
              <a:t>Второй уровень</a:t>
            </a:r>
            <a:endParaRPr dirty="0"/>
          </a:p>
          <a:p>
            <a:pPr lvl="2"/>
            <a:r>
              <a:rPr dirty="0"/>
              <a:t>Третий уровень</a:t>
            </a:r>
            <a:endParaRPr dirty="0"/>
          </a:p>
          <a:p>
            <a:pPr lvl="3"/>
            <a:r>
              <a:rPr dirty="0"/>
              <a:t>Четвертый уровень</a:t>
            </a:r>
            <a:endParaRPr dirty="0"/>
          </a:p>
          <a:p>
            <a:pPr lvl="4"/>
            <a:r>
              <a:rPr dirty="0"/>
              <a:t>Пятый уровень</a:t>
            </a:r>
            <a:endParaRPr dirty="0"/>
          </a:p>
        </p:txBody>
      </p:sp>
      <p:sp>
        <p:nvSpPr>
          <p:cNvPr id="6147" name="Замещающая дата 6146"/>
          <p:cNvSpPr>
            <a:spLocks noGrp="1"/>
          </p:cNvSpPr>
          <p:nvPr>
            <p:ph type="dt"/>
          </p:nvPr>
        </p:nvSpPr>
        <p:spPr>
          <a:xfrm>
            <a:off x="8382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l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148" name="Замещающий нижний колонтитул 6147"/>
          <p:cNvSpPr>
            <a:spLocks noGrp="1"/>
          </p:cNvSpPr>
          <p:nvPr>
            <p:ph type="ftr"/>
          </p:nvPr>
        </p:nvSpPr>
        <p:spPr>
          <a:xfrm>
            <a:off x="4038600" y="6356350"/>
            <a:ext cx="41132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ctr">
              <a:defRPr sz="1400">
                <a:solidFill>
                  <a:srgbClr val="000000"/>
                </a:solidFill>
                <a:latin typeface="Times New Roman" panose="02020603050405020304" pitchFamily="16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</a:pPr>
            <a:endParaRPr lang="ru-RU" altLang="x-none" baseline="0" dirty="0" err="1">
              <a:cs typeface="Segoe UI" panose="020B0502040204020203" charset="0"/>
            </a:endParaRPr>
          </a:p>
        </p:txBody>
      </p:sp>
      <p:sp>
        <p:nvSpPr>
          <p:cNvPr id="6149" name="Замещающий номер слайда 6148"/>
          <p:cNvSpPr>
            <a:spLocks noGrp="1"/>
          </p:cNvSpPr>
          <p:nvPr>
            <p:ph type="sldNum"/>
          </p:nvPr>
        </p:nvSpPr>
        <p:spPr>
          <a:xfrm>
            <a:off x="8610600" y="6356350"/>
            <a:ext cx="2741613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>
            <a:lvl1pPr algn="r">
              <a:defRPr sz="1200">
                <a:solidFill>
                  <a:srgbClr val="8B8B8B"/>
                </a:solidFill>
                <a:latin typeface="Calibri" panose="020F0502020204030204" charset="0"/>
              </a:defRPr>
            </a:lvl1pPr>
          </a:lstStyle>
          <a:p>
            <a:pPr lvl="0" defTabSz="914400" rtl="0" eaLnBrk="1" hangingPunct="1">
              <a:lnSpc>
                <a:spcPct val="100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baseline="0" dirty="0" err="1">
                <a:cs typeface="Segoe UI" panose="020B0502040204020203" charset="0"/>
              </a:rPr>
              <a:t>‹#›</a:t>
            </a:r>
            <a:endParaRPr lang="ru-RU" altLang="x-none" sz="1200" baseline="0" dirty="0" err="1">
              <a:solidFill>
                <a:srgbClr val="8B8B8B"/>
              </a:solidFill>
              <a:latin typeface="Calibri" panose="020F0502020204030204" charset="0"/>
              <a:ea typeface="Segoe UI" panose="020B05020402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914400" rtl="0" eaLnBrk="1" fontAlgn="base" latinLnBrk="0" hangingPunct="1">
        <a:lnSpc>
          <a:spcPct val="83000"/>
        </a:lnSpc>
        <a:spcBef>
          <a:spcPts val="142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83000"/>
        </a:lnSpc>
        <a:spcBef>
          <a:spcPts val="114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1">
        <a:lnSpc>
          <a:spcPct val="83000"/>
        </a:lnSpc>
        <a:spcBef>
          <a:spcPts val="86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1">
        <a:lnSpc>
          <a:spcPct val="83000"/>
        </a:lnSpc>
        <a:spcBef>
          <a:spcPts val="57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5pPr>
      <a:lvl6pPr marL="2514600" lvl="5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6pPr>
      <a:lvl7pPr marL="2971800" lvl="6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7pPr>
      <a:lvl8pPr marL="3429000" lvl="7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8pPr>
      <a:lvl9pPr marL="3886200" lvl="8" indent="-228600" algn="l" defTabSz="914400" rtl="0" eaLnBrk="1" fontAlgn="base" latinLnBrk="0" hangingPunct="1">
        <a:lnSpc>
          <a:spcPct val="83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Calibri" panose="020F050202020403020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5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7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3.xml"/><Relationship Id="rId4" Type="http://schemas.openxmlformats.org/officeDocument/2006/relationships/image" Target="../media/image7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8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9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10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57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5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Заголовок 13312"/>
          <p:cNvSpPr>
            <a:spLocks noGrp="1"/>
          </p:cNvSpPr>
          <p:nvPr>
            <p:ph type="title"/>
          </p:nvPr>
        </p:nvSpPr>
        <p:spPr>
          <a:xfrm>
            <a:off x="85725" y="2147888"/>
            <a:ext cx="12018963" cy="1754187"/>
          </a:xfrm>
        </p:spPr>
        <p:txBody>
          <a:bodyPr wrap="square" lIns="91440" tIns="45720" rIns="91440" bIns="45720" anchor="ctr" anchorCtr="0"/>
          <a:p>
            <a:pPr algn="ctr" defTabSz="914400">
              <a:lnSpc>
                <a:spcPct val="150000"/>
              </a:lnSpc>
              <a:spcAft>
                <a:spcPts val="2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3200" b="1" baseline="0" dirty="0" err="1">
                <a:latin typeface="Arial" panose="020B0604020202020204" pitchFamily="34" charset="0"/>
                <a:cs typeface="Arial Black" panose="020B0A04020102020204" charset="0"/>
              </a:rPr>
              <a:t>Приложение для ведения автомобильного журнала</a:t>
            </a:r>
            <a:endParaRPr lang="ru-RU" altLang="x-none" sz="3200" b="1" baseline="0" dirty="0" err="1">
              <a:latin typeface="Arial" panose="020B0604020202020204" pitchFamily="34" charset="0"/>
              <a:ea typeface="Arial Black" panose="020B0A04020102020204" charset="0"/>
            </a:endParaRPr>
          </a:p>
        </p:txBody>
      </p:sp>
      <p:sp>
        <p:nvSpPr>
          <p:cNvPr id="13314" name="Прямоугольник 13313"/>
          <p:cNvSpPr/>
          <p:nvPr/>
        </p:nvSpPr>
        <p:spPr>
          <a:xfrm>
            <a:off x="155258" y="5048568"/>
            <a:ext cx="7088187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ru-RU" altLang="en-US"/>
          </a:p>
        </p:txBody>
      </p:sp>
      <p:sp>
        <p:nvSpPr>
          <p:cNvPr id="13315" name="Прямоугольник 13314"/>
          <p:cNvSpPr/>
          <p:nvPr/>
        </p:nvSpPr>
        <p:spPr>
          <a:xfrm>
            <a:off x="7690485" y="3627120"/>
            <a:ext cx="4506595" cy="286639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noAutofit/>
          </a:bodyPr>
          <a:p>
            <a:pPr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sz="2000" b="1" baseline="0" dirty="0" err="1">
                <a:latin typeface="Arial" panose="020B0604020202020204" pitchFamily="34" charset="0"/>
                <a:cs typeface="Calibri" panose="020F0502020204030204" charset="0"/>
              </a:rPr>
              <a:t>Авторы проекта:</a:t>
            </a:r>
            <a:endParaRPr lang="ru-RU" altLang="x-none" sz="2000" b="1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sz="2000" baseline="0" dirty="0" err="1">
                <a:latin typeface="Arial" panose="020B0604020202020204" pitchFamily="34" charset="0"/>
                <a:cs typeface="Calibri" panose="020F0502020204030204" charset="0"/>
              </a:rPr>
              <a:t>Ученики 10И класса</a:t>
            </a:r>
            <a:r>
              <a:rPr lang="ru-RU" altLang="x-none" sz="2000" b="1" baseline="0" dirty="0" err="1">
                <a:latin typeface="Arial" panose="020B0604020202020204" pitchFamily="34" charset="0"/>
                <a:cs typeface="Calibri" panose="020F0502020204030204" charset="0"/>
              </a:rPr>
              <a:t> </a:t>
            </a:r>
            <a:r>
              <a:rPr lang="ru-RU" altLang="x-none" sz="2000" baseline="0" dirty="0" err="1">
                <a:latin typeface="Arial" panose="020B0604020202020204" pitchFamily="34" charset="0"/>
                <a:cs typeface="Calibri" panose="020F0502020204030204" charset="0"/>
              </a:rPr>
              <a:t>ГБОУ Школа №1596</a:t>
            </a:r>
            <a:endParaRPr lang="ru-RU" altLang="x-none" sz="20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spcAft>
                <a:spcPts val="2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sz="2000" baseline="0" dirty="0" err="1">
                <a:latin typeface="Arial" panose="020B0604020202020204" pitchFamily="34" charset="0"/>
                <a:cs typeface="Calibri" panose="020F0502020204030204" charset="0"/>
              </a:rPr>
              <a:t>Шорсткин Владислав Михайлович</a:t>
            </a:r>
            <a:endParaRPr lang="ru-RU" altLang="x-none" sz="20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sz="2000" baseline="0" dirty="0" err="1">
                <a:latin typeface="Arial" panose="020B0604020202020204" pitchFamily="34" charset="0"/>
                <a:cs typeface="Calibri" panose="020F0502020204030204" charset="0"/>
              </a:rPr>
              <a:t>Козлов Никита Алексеевич</a:t>
            </a:r>
            <a:endParaRPr lang="ru-RU" altLang="x-none" sz="20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sz="2000" baseline="0" dirty="0" err="1">
                <a:latin typeface="Arial" panose="020B0604020202020204" pitchFamily="34" charset="0"/>
                <a:cs typeface="Calibri" panose="020F0502020204030204" charset="0"/>
              </a:rPr>
              <a:t>Селютин Егор Максимович</a:t>
            </a:r>
            <a:endParaRPr lang="ru-RU" altLang="x-none" sz="20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endParaRPr lang="ru-RU" altLang="x-none" sz="2000" baseline="0" dirty="0" err="1">
              <a:latin typeface="Arial" panose="020B0604020202020204" pitchFamily="3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316" name="Прямоугольник 13315"/>
          <p:cNvSpPr/>
          <p:nvPr/>
        </p:nvSpPr>
        <p:spPr>
          <a:xfrm>
            <a:off x="7715885" y="5634355"/>
            <a:ext cx="4441825" cy="101981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sz="2000" b="1" baseline="0" dirty="0" err="1">
                <a:latin typeface="Arial" panose="020B0604020202020204" pitchFamily="34" charset="0"/>
                <a:cs typeface="Calibri" panose="020F0502020204030204" charset="0"/>
              </a:rPr>
              <a:t>Руководители проекта:</a:t>
            </a:r>
            <a:endParaRPr lang="ru-RU" altLang="x-none" sz="2000" b="1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sz="2000" baseline="0" dirty="0" err="1">
                <a:latin typeface="Arial" panose="020B0604020202020204" pitchFamily="34" charset="0"/>
                <a:cs typeface="Calibri" panose="020F0502020204030204" charset="0"/>
              </a:rPr>
              <a:t>Грачев Александр Витальевич</a:t>
            </a:r>
            <a:endParaRPr lang="ru-RU" altLang="x-none" sz="20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</a:tabLst>
            </a:pPr>
            <a:r>
              <a:rPr lang="ru-RU" altLang="x-none" sz="2000" baseline="0" dirty="0" err="1">
                <a:latin typeface="Arial" panose="020B0604020202020204" pitchFamily="34" charset="0"/>
                <a:ea typeface="Calibri" panose="020F0502020204030204" charset="0"/>
                <a:cs typeface="Calibri" panose="020F0502020204030204" charset="0"/>
              </a:rPr>
              <a:t>Зенина Алиса Александровна</a:t>
            </a:r>
            <a:endParaRPr lang="ru-RU" altLang="x-none" sz="2000" baseline="0" dirty="0" err="1">
              <a:latin typeface="Arial" panose="020B0604020202020204" pitchFamily="3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317" name="Прямоугольник 13316"/>
          <p:cNvSpPr/>
          <p:nvPr/>
        </p:nvSpPr>
        <p:spPr>
          <a:xfrm>
            <a:off x="3052763" y="6354445"/>
            <a:ext cx="6094412" cy="39624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</a:pPr>
            <a:r>
              <a:rPr lang="ru-RU" altLang="x-none" sz="2000" b="1" baseline="0" dirty="0" err="1">
                <a:latin typeface="Calibri" panose="020F0502020204030204" charset="0"/>
              </a:rPr>
              <a:t>г. Москва, 2026г.</a:t>
            </a:r>
            <a:endParaRPr lang="ru-RU" altLang="x-none" sz="2000" b="1" baseline="0" dirty="0" err="1">
              <a:latin typeface="Calibri" panose="020F0502020204030204" charset="0"/>
            </a:endParaRPr>
          </a:p>
        </p:txBody>
      </p:sp>
      <p:sp>
        <p:nvSpPr>
          <p:cNvPr id="13318" name="Прямоугольник 13317"/>
          <p:cNvSpPr/>
          <p:nvPr/>
        </p:nvSpPr>
        <p:spPr>
          <a:xfrm>
            <a:off x="560388" y="1552575"/>
            <a:ext cx="11041062" cy="138430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5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r>
              <a:rPr lang="ru-RU" altLang="x-none" sz="2000" b="1" baseline="0" dirty="0" err="1">
                <a:latin typeface="Arial" panose="020B0604020202020204" pitchFamily="34" charset="0"/>
                <a:cs typeface="Calibri" panose="020F0502020204030204" charset="0"/>
              </a:rPr>
              <a:t>Государственное бюджетное общеобразовательное учреждение города Москвы «Школа № 1596»</a:t>
            </a:r>
            <a:endParaRPr lang="ru-RU" altLang="x-none" sz="2000" b="1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algn="ctr"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endParaRPr lang="ru-RU" altLang="x-none" sz="2400" baseline="0" dirty="0" err="1">
              <a:latin typeface="Arial" panose="020B0604020202020204" pitchFamily="34" charset="0"/>
              <a:ea typeface="Calibri" panose="020F0502020204030204" charset="0"/>
            </a:endParaRPr>
          </a:p>
        </p:txBody>
      </p:sp>
      <p:pic>
        <p:nvPicPr>
          <p:cNvPr id="13319" name="Изображение 133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012" y="1524000"/>
            <a:ext cx="12192000" cy="6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0" name="Изображение 133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1" name="Изображение 133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2" name="Изображение 133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Прямоугольник 14336"/>
          <p:cNvSpPr/>
          <p:nvPr/>
        </p:nvSpPr>
        <p:spPr>
          <a:xfrm>
            <a:off x="4763" y="1720850"/>
            <a:ext cx="12184062" cy="58420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3200" b="1" baseline="0" dirty="0" err="1">
                <a:latin typeface="Calibri" panose="020F0502020204030204" charset="0"/>
                <a:cs typeface="Calibri" panose="020F0502020204030204" charset="0"/>
              </a:rPr>
              <a:t>АКТУАЛЬНОСТЬ ПРОЕКТА</a:t>
            </a:r>
            <a:endParaRPr lang="ru-RU" altLang="x-none" sz="3200" b="1" baseline="0" dirty="0" err="1">
              <a:latin typeface="Calibri" panose="020F0502020204030204" charset="0"/>
              <a:ea typeface="Calibri" panose="020F0502020204030204" charset="0"/>
            </a:endParaRPr>
          </a:p>
        </p:txBody>
      </p:sp>
      <p:pic>
        <p:nvPicPr>
          <p:cNvPr id="14338" name="Изображение 143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012" y="1524000"/>
            <a:ext cx="12192000" cy="61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Прямоугольник 14338"/>
          <p:cNvSpPr/>
          <p:nvPr/>
        </p:nvSpPr>
        <p:spPr>
          <a:xfrm>
            <a:off x="201930" y="2297430"/>
            <a:ext cx="11817985" cy="452056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just" defTabSz="914400" hangingPunct="1">
              <a:lnSpc>
                <a:spcPct val="150000"/>
              </a:lnSpc>
              <a:spcAft>
                <a:spcPts val="215"/>
              </a:spcAft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2400" baseline="0" dirty="0" err="1">
                <a:latin typeface="Calibri" panose="020F0502020204030204" charset="0"/>
              </a:rPr>
              <a:t>	Для современных владельцев автомобилей актуальной остаётся проблема систематизации технического обслуживания (ТО). Отсутствие простого и наглядного инструмента для учёта выполненных работ и планирования будущих часто приводит к пропуску регламентных процедур, что влечёт за собой повышенный износ агрегатов, снижение безопасности и неоправданные расходы на ремонт. Существующие решения, как правило, либо являются перегруженными функциями сложными сервисами, либо не позволяют гибко адаптироваться под конкретную модель автомобиля и стиль вождения пользователя.</a:t>
            </a:r>
            <a:endParaRPr lang="ru-RU" altLang="x-none" sz="2400" baseline="0" dirty="0" err="1">
              <a:latin typeface="Calibri" panose="020F0502020204030204" charset="0"/>
            </a:endParaRPr>
          </a:p>
        </p:txBody>
      </p:sp>
      <p:pic>
        <p:nvPicPr>
          <p:cNvPr id="14340" name="Изображение 143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1" name="Изображение 143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2" name="Изображение 143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Прямоугольник 15360"/>
          <p:cNvSpPr/>
          <p:nvPr/>
        </p:nvSpPr>
        <p:spPr>
          <a:xfrm>
            <a:off x="337820" y="1579880"/>
            <a:ext cx="11654790" cy="503618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marL="342900" indent="-215900" algn="ctr"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3200" b="1" baseline="0" dirty="0" err="1">
                <a:latin typeface="Calibri" panose="020F0502020204030204" charset="0"/>
              </a:rPr>
              <a:t>ЦЕЛИ И ЗАДАЧИ ПРОЕКТА</a:t>
            </a:r>
            <a:endParaRPr lang="ru-RU" altLang="x-none" sz="3200" b="1" baseline="0" dirty="0" err="1">
              <a:latin typeface="Calibri" panose="020F0502020204030204" charset="0"/>
            </a:endParaRPr>
          </a:p>
          <a:p>
            <a:pPr marL="342900" indent="-215900"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2400" b="1" baseline="0" dirty="0" err="1">
                <a:latin typeface="Calibri" panose="020F0502020204030204" charset="0"/>
                <a:cs typeface="Calibri" panose="020F0502020204030204" charset="0"/>
              </a:rPr>
              <a:t>Цель:</a:t>
            </a:r>
            <a:endParaRPr lang="ru-RU" altLang="x-none" sz="2400" b="1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marL="342900" indent="457200"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en-US" sz="2400" baseline="0" dirty="0" err="1">
                <a:latin typeface="Calibri" panose="020F0502020204030204" charset="0"/>
                <a:cs typeface="Calibri" panose="020F0502020204030204" charset="0"/>
              </a:rPr>
              <a:t>р</a:t>
            </a: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азработать минималистичное и удобное ПО  для ведения журнала обслуживания автомобиля и определения необходимого ТО в зависимости от пробега атвомобиля.</a:t>
            </a:r>
            <a:endParaRPr lang="en-US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marL="342900" indent="-215900"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2400" b="1" baseline="0" dirty="0" err="1">
                <a:latin typeface="Calibri" panose="020F0502020204030204" charset="0"/>
                <a:cs typeface="Calibri" panose="020F0502020204030204" charset="0"/>
              </a:rPr>
              <a:t>Задачи:</a:t>
            </a:r>
            <a:endParaRPr lang="ru-RU" altLang="x-none" sz="2400" b="1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marL="342900" indent="-215900" algn="just" defTabSz="914400" hangingPunct="1">
              <a:lnSpc>
                <a:spcPct val="150000"/>
              </a:lnSpc>
              <a:buSzPct val="100000"/>
              <a:buFont typeface="Calibri" panose="020F0502020204030204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разработать стурктурную схему</a:t>
            </a:r>
            <a:r>
              <a:rPr lang="ru-RU" altLang="x-none" baseline="0" dirty="0" err="1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ПО</a:t>
            </a:r>
            <a:r>
              <a:rPr lang="en-US" altLang="ru-RU" sz="2400" baseline="0" dirty="0" err="1">
                <a:latin typeface="Calibri" panose="020F0502020204030204" charset="0"/>
                <a:cs typeface="Calibri" panose="020F0502020204030204" charset="0"/>
              </a:rPr>
              <a:t>;</a:t>
            </a:r>
            <a:endParaRPr lang="ru-RU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marL="342900" indent="-215900" algn="just" defTabSz="914400" hangingPunct="1">
              <a:lnSpc>
                <a:spcPct val="150000"/>
              </a:lnSpc>
              <a:buSzPct val="100000"/>
              <a:buFont typeface="Calibri" panose="020F0502020204030204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написать код приложения</a:t>
            </a:r>
            <a:r>
              <a:rPr lang="en-US" altLang="ru-RU" sz="2400" baseline="0" dirty="0" err="1">
                <a:latin typeface="Calibri" panose="020F0502020204030204" charset="0"/>
                <a:cs typeface="Calibri" panose="020F0502020204030204" charset="0"/>
              </a:rPr>
              <a:t>;</a:t>
            </a:r>
            <a:endParaRPr lang="ru-RU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marL="342900" indent="-215900" algn="just" defTabSz="914400" hangingPunct="1">
              <a:lnSpc>
                <a:spcPct val="150000"/>
              </a:lnSpc>
              <a:buSzPct val="100000"/>
              <a:buFont typeface="Calibri" panose="020F0502020204030204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составить описание проекта и презентацию для защиты</a:t>
            </a:r>
            <a:r>
              <a:rPr lang="en-US" altLang="ru-RU" sz="2400" baseline="0" dirty="0" err="1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ru-RU" sz="2400" baseline="0" dirty="0" err="1"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5362" name="Изображение 153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012" y="1524000"/>
            <a:ext cx="12192000" cy="6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Изображение 15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Изображение 153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Изображение 153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Прямоугольник 16384"/>
          <p:cNvSpPr/>
          <p:nvPr/>
        </p:nvSpPr>
        <p:spPr>
          <a:xfrm>
            <a:off x="481013" y="1852613"/>
            <a:ext cx="11537950" cy="305879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r>
              <a:rPr lang="ru-RU" altLang="x-none" sz="3200" b="1" baseline="0" dirty="0" err="1">
                <a:latin typeface="Calibri" panose="020F0502020204030204" charset="0"/>
                <a:cs typeface="Calibri" panose="020F0502020204030204" charset="0"/>
              </a:rPr>
              <a:t>ЭТАПЫ РАБОТЫ НАД ПРОЕКТОМ</a:t>
            </a:r>
            <a:endParaRPr lang="ru-RU" altLang="x-none" sz="3200" b="1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endParaRPr lang="ru-RU" altLang="x-none" sz="24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1. Этап проектирования и анализа,</a:t>
            </a:r>
            <a:endParaRPr lang="ru-RU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2. этап программной реализации,</a:t>
            </a:r>
            <a:endParaRPr lang="ru-RU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defTabSz="914400" hangingPunct="1">
              <a:lnSpc>
                <a:spcPct val="150000"/>
              </a:lnSpc>
              <a:spcAft>
                <a:spcPts val="215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3. этап тестирования и отладки.</a:t>
            </a:r>
            <a:endParaRPr lang="ru-RU" altLang="x-none" sz="2400" baseline="0" dirty="0" err="1">
              <a:latin typeface="Calibri" panose="020F0502020204030204" charset="0"/>
              <a:ea typeface="Calibri" panose="020F0502020204030204" charset="0"/>
            </a:endParaRPr>
          </a:p>
        </p:txBody>
      </p:sp>
      <p:pic>
        <p:nvPicPr>
          <p:cNvPr id="16386" name="Изображение 163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012" y="1524000"/>
            <a:ext cx="12192000" cy="6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7" name="Изображение 16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Изображение 163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Изображение 163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Прямоугольник 17408"/>
          <p:cNvSpPr/>
          <p:nvPr/>
        </p:nvSpPr>
        <p:spPr>
          <a:xfrm>
            <a:off x="100330" y="1852930"/>
            <a:ext cx="11631295" cy="419989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1">
            <a:spAutoFit/>
          </a:bodyPr>
          <a:p>
            <a:pPr algn="ctr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r>
              <a:rPr lang="ru-RU" altLang="x-none" sz="3200" b="1" baseline="0" dirty="0" err="1">
                <a:latin typeface="Calibri" panose="020F0502020204030204" charset="0"/>
                <a:cs typeface="Calibri" panose="020F0502020204030204" charset="0"/>
              </a:rPr>
              <a:t>ИСПОЛЬЗУЕМЫЕ ТЕХНОЛОГИИ И ОБОРУДОВАНИЕ</a:t>
            </a:r>
            <a:endParaRPr lang="ru-RU" altLang="x-none" sz="3200" b="1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 algn="ctr" defTabSz="914400" hangingPunct="1">
              <a:lnSpc>
                <a:spcPct val="150000"/>
              </a:lnSpc>
              <a:spcAft>
                <a:spcPts val="215"/>
              </a:spcAft>
              <a:buFont typeface="Wingdings" panose="05000000000000000000" charset="0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endParaRPr lang="ru-RU" altLang="x-none" sz="24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marL="342900" indent="-342900" defTabSz="914400" hangingPunct="1">
              <a:lnSpc>
                <a:spcPct val="150000"/>
              </a:lnSpc>
              <a:buFont typeface="Wingdings" panose="05000000000000000000" charset="0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Язык программирования Python 3.10,</a:t>
            </a:r>
            <a:endParaRPr lang="ru-RU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 defTabSz="914400" hangingPunct="1">
              <a:lnSpc>
                <a:spcPct val="150000"/>
              </a:lnSpc>
              <a:buFont typeface="Wingdings" panose="05000000000000000000" charset="0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стандартная библиотека для реализации </a:t>
            </a: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GUI</a:t>
            </a: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 Tkinter</a:t>
            </a: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в </a:t>
            </a: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Python</a:t>
            </a: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,</a:t>
            </a:r>
            <a:endParaRPr lang="ru-RU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 defTabSz="914400" hangingPunct="1">
              <a:lnSpc>
                <a:spcPct val="150000"/>
              </a:lnSpc>
              <a:buFont typeface="Wingdings" panose="05000000000000000000" charset="0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встроенная в Pyt</a:t>
            </a: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h</a:t>
            </a: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on библиотека для взаимодействия с БД SQLite.</a:t>
            </a:r>
            <a:endParaRPr lang="ru-RU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endParaRPr lang="ru-RU" altLang="x-none" sz="24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endParaRPr lang="ru-RU" altLang="x-none" sz="2400" baseline="0" dirty="0" err="1">
              <a:latin typeface="Arial" panose="020B0604020202020204" pitchFamily="34" charset="0"/>
              <a:ea typeface="Calibri" panose="020F0502020204030204" charset="0"/>
            </a:endParaRPr>
          </a:p>
        </p:txBody>
      </p:sp>
      <p:pic>
        <p:nvPicPr>
          <p:cNvPr id="17410" name="Изображение 174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012" y="1524000"/>
            <a:ext cx="12192000" cy="6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1" name="Изображение 174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2" name="Изображение 174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Изображение 174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3" name="Изображение 184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40" y="1583690"/>
            <a:ext cx="3462338" cy="4586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4" name="Изображение 184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12" y="1524000"/>
            <a:ext cx="12192000" cy="61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5" name="Прямоугольник 18434"/>
          <p:cNvSpPr/>
          <p:nvPr/>
        </p:nvSpPr>
        <p:spPr>
          <a:xfrm>
            <a:off x="4655820" y="1711008"/>
            <a:ext cx="6888163" cy="581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ru-RU" altLang="x-none" sz="3200" b="1" baseline="0" dirty="0" err="1">
                <a:latin typeface="Calibri" panose="020F0502020204030204" charset="0"/>
                <a:cs typeface="Calibri" panose="020F0502020204030204" charset="0"/>
              </a:rPr>
              <a:t>МОДУЛИ И ИХ ВЗАИМОДЕЙСТВИЕ</a:t>
            </a:r>
            <a:endParaRPr lang="ru-RU" altLang="x-none" sz="3200" b="1" baseline="0" dirty="0" err="1">
              <a:latin typeface="Calibri" panose="020F0502020204030204" charset="0"/>
              <a:ea typeface="Calibri" panose="020F0502020204030204" charset="0"/>
            </a:endParaRPr>
          </a:p>
        </p:txBody>
      </p:sp>
      <p:pic>
        <p:nvPicPr>
          <p:cNvPr id="18436" name="Изображение 184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963" y="3190875"/>
            <a:ext cx="6421437" cy="2835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7" name="Прямоугольник 18436"/>
          <p:cNvSpPr/>
          <p:nvPr/>
        </p:nvSpPr>
        <p:spPr>
          <a:xfrm>
            <a:off x="6350" y="6143625"/>
            <a:ext cx="539908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Диаграмма вариантов использования</a:t>
            </a:r>
            <a:endParaRPr lang="ru-RU" altLang="x-none" sz="2400" baseline="0" dirty="0" err="1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8438" name="Прямоугольник 18437"/>
          <p:cNvSpPr/>
          <p:nvPr/>
        </p:nvSpPr>
        <p:spPr>
          <a:xfrm>
            <a:off x="6578600" y="6140450"/>
            <a:ext cx="40878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</a:tabLst>
            </a:pP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Структурная диаграмма ПО</a:t>
            </a:r>
            <a:endParaRPr lang="ru-RU" altLang="x-none" sz="2400" baseline="0" dirty="0" err="1">
              <a:latin typeface="Calibri" panose="020F0502020204030204" charset="0"/>
              <a:ea typeface="Calibri" panose="020F0502020204030204" charset="0"/>
            </a:endParaRPr>
          </a:p>
        </p:txBody>
      </p:sp>
      <p:pic>
        <p:nvPicPr>
          <p:cNvPr id="18439" name="Изображение 184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40" name="Изображение 184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41" name="Изображение 184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Прямоугольник 19456"/>
          <p:cNvSpPr/>
          <p:nvPr/>
        </p:nvSpPr>
        <p:spPr>
          <a:xfrm>
            <a:off x="2060575" y="1398588"/>
            <a:ext cx="8332788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</a:pPr>
            <a:r>
              <a:rPr lang="ru-RU" altLang="x-none" sz="3600" b="1" baseline="0" dirty="0" err="1">
                <a:latin typeface="Calibri" panose="020F0502020204030204" charset="0"/>
                <a:cs typeface="Calibri" panose="020F0502020204030204" charset="0"/>
              </a:rPr>
              <a:t>РАЗРАБОТКА КЛЮЧЕВЫХ АЛГОРИТМОВ</a:t>
            </a:r>
            <a:endParaRPr lang="ru-RU" altLang="x-none" sz="3600" b="1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</a:pPr>
            <a:endParaRPr lang="ru-RU" altLang="x-none" sz="24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</a:pPr>
            <a:endParaRPr lang="ru-RU" altLang="x-none" sz="2400" baseline="0" dirty="0" err="1">
              <a:latin typeface="Arial" panose="020B0604020202020204" pitchFamily="34" charset="0"/>
              <a:ea typeface="Calibri" panose="020F0502020204030204" charset="0"/>
            </a:endParaRPr>
          </a:p>
        </p:txBody>
      </p:sp>
      <p:sp>
        <p:nvSpPr>
          <p:cNvPr id="19458" name="Прямоугольник 19457"/>
          <p:cNvSpPr/>
          <p:nvPr/>
        </p:nvSpPr>
        <p:spPr>
          <a:xfrm>
            <a:off x="163830" y="2063750"/>
            <a:ext cx="11941175" cy="491934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just" defTabSz="914400" hangingPunct="1">
              <a:lnSpc>
                <a:spcPct val="150000"/>
              </a:lnSpc>
              <a:spcAft>
                <a:spcPts val="215"/>
              </a:spcAft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2400" baseline="0" dirty="0" err="1">
                <a:latin typeface="Calibri" panose="020F0502020204030204" charset="0"/>
              </a:rPr>
              <a:t>	</a:t>
            </a:r>
            <a:r>
              <a:rPr lang="en-US" altLang="x-none" sz="2400" baseline="0" dirty="0" err="1">
                <a:latin typeface="Calibri" panose="020F0502020204030204" charset="0"/>
              </a:rPr>
              <a:t>Основной функцией этого приложения является определение того какие процедуры планового ТО нужно провести в ближайшее время на основе пробега автомобиля и учёт уже проведённых процедур. Центральным алгоритмом приложения является алгоритм определения статуса процедуры ТО на основе пробега. Его логика учитывает не только факт превышения интервала проведения процедуры ТО, но и вводит понятие «допуска» — процента от интервала, за который система предупреждает о скором ТО. Это позволяет </a:t>
            </a:r>
            <a:r>
              <a:rPr lang="en-US" altLang="x-none" sz="2400" baseline="0" dirty="0" err="1">
                <a:latin typeface="Calibri" panose="020F0502020204030204" charset="0"/>
              </a:rPr>
              <a:t>пользователю гибко адаптировать напоминания под свой стиль вождения и образ жизни.</a:t>
            </a:r>
            <a:endParaRPr lang="en-US" altLang="x-none" sz="2400" baseline="0" dirty="0" err="1">
              <a:latin typeface="Calibri" panose="020F0502020204030204" charset="0"/>
            </a:endParaRPr>
          </a:p>
          <a:p>
            <a:pPr algn="ctr"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endParaRPr lang="en-US" altLang="x-none" sz="2400" baseline="0" dirty="0" err="1">
              <a:latin typeface="Calibri" panose="020F0502020204030204" charset="0"/>
            </a:endParaRPr>
          </a:p>
        </p:txBody>
      </p:sp>
      <p:pic>
        <p:nvPicPr>
          <p:cNvPr id="19459" name="Изображение 194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0" name="Изображение 194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Изображение 194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Прямоугольник 19456"/>
          <p:cNvSpPr/>
          <p:nvPr/>
        </p:nvSpPr>
        <p:spPr>
          <a:xfrm>
            <a:off x="2060575" y="1398588"/>
            <a:ext cx="8332788" cy="137160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</a:pPr>
            <a:r>
              <a:rPr lang="ru-RU" altLang="x-none" sz="3600" b="1" baseline="0" dirty="0" err="1">
                <a:latin typeface="Calibri" panose="020F0502020204030204" charset="0"/>
                <a:cs typeface="Calibri" panose="020F0502020204030204" charset="0"/>
              </a:rPr>
              <a:t>РАЗРАБОТКА КЛЮЧЕВЫХ АЛГОРИТМОВ</a:t>
            </a:r>
            <a:endParaRPr lang="ru-RU" altLang="x-none" sz="3600" b="1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</a:pPr>
            <a:endParaRPr lang="ru-RU" altLang="x-none" sz="2400" baseline="0" dirty="0" err="1">
              <a:latin typeface="Arial" panose="020B0604020202020204" pitchFamily="34" charset="0"/>
              <a:cs typeface="Calibri" panose="020F0502020204030204" charset="0"/>
            </a:endParaRPr>
          </a:p>
          <a:p>
            <a:pPr defTabSz="914400" hangingPunct="1">
              <a:lnSpc>
                <a:spcPct val="100000"/>
              </a:lnSpc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</a:pPr>
            <a:endParaRPr lang="ru-RU" altLang="x-none" sz="2400" baseline="0" dirty="0" err="1">
              <a:latin typeface="Arial" panose="020B0604020202020204" pitchFamily="34" charset="0"/>
              <a:ea typeface="Calibri" panose="020F0502020204030204" charset="0"/>
            </a:endParaRPr>
          </a:p>
        </p:txBody>
      </p:sp>
      <p:sp>
        <p:nvSpPr>
          <p:cNvPr id="19458" name="Прямоугольник 19457"/>
          <p:cNvSpPr/>
          <p:nvPr/>
        </p:nvSpPr>
        <p:spPr>
          <a:xfrm>
            <a:off x="163830" y="2063750"/>
            <a:ext cx="11941175" cy="64262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just" defTabSz="914400" hangingPunct="1">
              <a:lnSpc>
                <a:spcPct val="150000"/>
              </a:lnSpc>
              <a:spcAft>
                <a:spcPts val="215"/>
              </a:spcAft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2400" baseline="0" dirty="0" err="1">
                <a:latin typeface="Calibri" panose="020F0502020204030204" charset="0"/>
              </a:rPr>
              <a:t>	</a:t>
            </a:r>
            <a:endParaRPr lang="en-US" altLang="x-none" sz="2400" baseline="0" dirty="0" err="1">
              <a:latin typeface="Calibri" panose="020F0502020204030204" charset="0"/>
            </a:endParaRPr>
          </a:p>
        </p:txBody>
      </p:sp>
      <p:pic>
        <p:nvPicPr>
          <p:cNvPr id="19459" name="Изображение 194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0" name="Изображение 194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Изображение 194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 12" descr="state_determine_di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50" y="2753995"/>
            <a:ext cx="10889615" cy="31718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1" name="Изображение 204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2" name="Изображение 204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3" name="Изображение 204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4" name="Изображение 204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0" y="1433513"/>
            <a:ext cx="6669088" cy="5424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5" name="Изображение 215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6" name="Изображение 215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7" name="Изображение 215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Изображение 215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975" y="1392238"/>
            <a:ext cx="7108825" cy="5465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9" name="Изображение 225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0" name="Изображение 225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1" name="Изображение 225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Изображение 225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0" y="1398588"/>
            <a:ext cx="7358063" cy="52689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Прямоугольник 23552"/>
          <p:cNvSpPr/>
          <p:nvPr/>
        </p:nvSpPr>
        <p:spPr>
          <a:xfrm>
            <a:off x="0" y="1706563"/>
            <a:ext cx="12026900" cy="457454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1">
            <a:spAutoFit/>
          </a:bodyPr>
          <a:p>
            <a:pPr algn="ctr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3200" b="1" baseline="0" dirty="0" err="1">
                <a:latin typeface="Calibri" panose="020F0502020204030204" charset="0"/>
                <a:cs typeface="Calibri" panose="020F0502020204030204" charset="0"/>
              </a:rPr>
              <a:t>ОСНОВНЫЕ РЕЗУЛЬТАТЫ</a:t>
            </a:r>
            <a:endParaRPr lang="ru-RU" altLang="x-none" sz="3200" b="1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		</a:t>
            </a: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Было разработано desktop-приложение "Приложение для ведения автомобильного журнала" на языке программирования Python.</a:t>
            </a:r>
            <a:r>
              <a:rPr lang="en-US" altLang="ru-RU" sz="2400" baseline="0" dirty="0" err="1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ru-RU" altLang="x-none" sz="2400" baseline="0" dirty="0" err="1">
                <a:latin typeface="Calibri" panose="020F0502020204030204" charset="0"/>
                <a:cs typeface="Calibri" panose="020F0502020204030204" charset="0"/>
              </a:rPr>
              <a:t>Модульное тестирование продемонстрировало стабильную работу всех компонентов. База данных стабильно выполняет запросы на добавление, поиск и удаление записей. Настройки корректно загружаются и сохраняют графический интерфейс реагирует на действия пользователя без задержек.</a:t>
            </a:r>
            <a:endParaRPr lang="ru-RU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endParaRPr lang="ru-RU" altLang="x-none" baseline="0" dirty="0" err="1">
              <a:latin typeface="Arial" panose="020B0604020202020204" pitchFamily="34" charset="0"/>
              <a:ea typeface="Calibri" panose="020F0502020204030204" charset="0"/>
            </a:endParaRPr>
          </a:p>
        </p:txBody>
      </p:sp>
      <p:pic>
        <p:nvPicPr>
          <p:cNvPr id="23554" name="Изображение 235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012" y="1524000"/>
            <a:ext cx="12192000" cy="6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5" name="Изображение 23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Изображение 23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Изображение 235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Прямоугольник 24576"/>
          <p:cNvSpPr/>
          <p:nvPr/>
        </p:nvSpPr>
        <p:spPr>
          <a:xfrm>
            <a:off x="0" y="1090613"/>
            <a:ext cx="11996738" cy="567690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3200" b="1" baseline="0" dirty="0" err="1">
                <a:latin typeface="Calibri" panose="020F0502020204030204" charset="0"/>
                <a:cs typeface="Calibri" panose="020F0502020204030204" charset="0"/>
              </a:rPr>
              <a:t>ПЕРСПЕКТИВЫ РАЗВИТИЯ</a:t>
            </a:r>
            <a:endParaRPr lang="ru-RU" altLang="x-none" sz="3200" b="1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1.Реализовать поддержку нескольких автомобилей с переключателем между профилями </a:t>
            </a:r>
            <a:endParaRPr lang="en-US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на одном устройстве. </a:t>
            </a:r>
            <a:endParaRPr lang="en-US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2.Синхронизация с внешними устройствами: Реализация возможности импорта текущего </a:t>
            </a:r>
            <a:endParaRPr lang="en-US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пробега. </a:t>
            </a:r>
            <a:endParaRPr lang="en-US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3.Создать легковесное облачное бэкенд для резервного копирования данных и синхронизации истории между несколькими устройствами пользователя (ПК, смартфон).</a:t>
            </a:r>
            <a:endParaRPr lang="en-US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algn="just"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en-US" altLang="x-none" sz="2400" baseline="0" dirty="0" err="1">
                <a:latin typeface="Calibri" panose="020F0502020204030204" charset="0"/>
                <a:cs typeface="Calibri" panose="020F0502020204030204" charset="0"/>
              </a:rPr>
              <a:t>4. Создание мобильной версии: разработка мобильной версии на том же логическом ядре, но с интерфейсом, адаптированным для смартфонов.</a:t>
            </a:r>
            <a:endParaRPr lang="en-US" altLang="x-none" sz="2400" baseline="0" dirty="0" err="1">
              <a:latin typeface="Calibri" panose="020F0502020204030204" charset="0"/>
              <a:cs typeface="Calibri" panose="020F0502020204030204" charset="0"/>
            </a:endParaRPr>
          </a:p>
          <a:p>
            <a:pPr defTabSz="914400" hangingPunct="1"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endParaRPr lang="ru-RU" altLang="x-none" baseline="0" dirty="0" err="1">
              <a:latin typeface="Arial" panose="020B0604020202020204" pitchFamily="34" charset="0"/>
              <a:ea typeface="Calibri" panose="020F0502020204030204" charset="0"/>
            </a:endParaRPr>
          </a:p>
        </p:txBody>
      </p:sp>
      <p:pic>
        <p:nvPicPr>
          <p:cNvPr id="24578" name="Изображение 245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8" y="168275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79" name="Изображение 245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220663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Изображение 245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650" y="49213"/>
            <a:ext cx="1238250" cy="12080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Прямоугольник 25600"/>
          <p:cNvSpPr/>
          <p:nvPr/>
        </p:nvSpPr>
        <p:spPr>
          <a:xfrm>
            <a:off x="0" y="3103563"/>
            <a:ext cx="12192000" cy="9223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>
            <a:spAutoFit/>
          </a:bodyPr>
          <a:p>
            <a:pPr algn="ctr" defTabSz="914400" hangingPunct="1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  <a:tab pos="11887200" algn="l"/>
              </a:tabLst>
            </a:pPr>
            <a:r>
              <a:rPr lang="ru-RU" altLang="x-none" sz="5400" b="1" baseline="0" dirty="0" err="1">
                <a:latin typeface="Arial Black" panose="020B0A04020102020204" charset="0"/>
                <a:cs typeface="Arial Black" panose="020B0A04020102020204" charset="0"/>
              </a:rPr>
              <a:t>СПАСИБО ЗА ВНИМАНИЕ!</a:t>
            </a:r>
            <a:endParaRPr lang="ru-RU" altLang="x-none" sz="5400" b="1" baseline="0" dirty="0" err="1">
              <a:latin typeface="Arial Black" panose="020B0A04020102020204" charset="0"/>
              <a:ea typeface="Arial Black" panose="020B0A04020102020204" charset="0"/>
            </a:endParaRPr>
          </a:p>
        </p:txBody>
      </p:sp>
      <p:pic>
        <p:nvPicPr>
          <p:cNvPr id="25602" name="Изображение 256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012" y="1524000"/>
            <a:ext cx="12192000" cy="6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3" name="Изображение 256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8" y="284163"/>
            <a:ext cx="3141662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Изображение 256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393700"/>
            <a:ext cx="6446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Изображение 256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363" y="222250"/>
            <a:ext cx="1238250" cy="1208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3180</Words>
  <Application>WPS Presentation</Application>
  <PresentationFormat/>
  <Paragraphs>78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14</vt:i4>
      </vt:variant>
    </vt:vector>
  </HeadingPairs>
  <TitlesOfParts>
    <vt:vector size="36" baseType="lpstr">
      <vt:lpstr>Arial</vt:lpstr>
      <vt:lpstr>SimSun</vt:lpstr>
      <vt:lpstr>Wingdings</vt:lpstr>
      <vt:lpstr>Times New Roman</vt:lpstr>
      <vt:lpstr>Microsoft YaHei</vt:lpstr>
      <vt:lpstr>Calibri</vt:lpstr>
      <vt:lpstr>Segoe UI</vt:lpstr>
      <vt:lpstr>Arial Black</vt:lpstr>
      <vt:lpstr>Wingdings</vt:lpstr>
      <vt:lpstr>Arial Unicode MS</vt:lpstr>
      <vt:lpstr/>
      <vt:lpstr/>
      <vt:lpstr/>
      <vt:lpstr/>
      <vt:lpstr/>
      <vt:lpstr/>
      <vt:lpstr/>
      <vt:lpstr/>
      <vt:lpstr/>
      <vt:lpstr/>
      <vt:lpstr/>
      <vt:lpstr>1_</vt:lpstr>
      <vt:lpstr>Приложение для ведения автомобильного журнала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Alexander Grachev</cp:lastModifiedBy>
  <cp:revision>23</cp:revision>
  <dcterms:created xsi:type="dcterms:W3CDTF">2026-01-20T13:34:00Z</dcterms:created>
  <dcterms:modified xsi:type="dcterms:W3CDTF">2026-02-06T19:23:18Z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ICV">
    <vt:lpwstr>E6F5FF824ECE40449015F2A02FA771EF_12</vt:lpwstr>
  </property>
  <property fmtid="{D5CDD505-2E9C-101B-9397-08002B2CF9AE}" pid="4" name="KSOProductBuildVer">
    <vt:lpwstr>1049-12.2.0.23196</vt:lpwstr>
  </property>
  <property fmtid="{D5CDD505-2E9C-101B-9397-08002B2CF9AE}" pid="5" name="PresentationFormat">
    <vt:lpwstr>Широкоэкранный</vt:lpwstr>
  </property>
  <property fmtid="{D5CDD505-2E9C-101B-9397-08002B2CF9AE}" pid="6" name="Slides">
    <vt:i4>10</vt:i4>
  </property>
</Properties>
</file>