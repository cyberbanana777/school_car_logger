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theme/theme13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0" r:id="rId3"/>
    <p:sldMasterId id="2147483672" r:id="rId4"/>
    <p:sldMasterId id="2147483684" r:id="rId5"/>
    <p:sldMasterId id="2147483696" r:id="rId6"/>
    <p:sldMasterId id="2147483708" r:id="rId7"/>
    <p:sldMasterId id="2147483720" r:id="rId8"/>
    <p:sldMasterId id="2147483732" r:id="rId9"/>
    <p:sldMasterId id="2147483744" r:id="rId10"/>
    <p:sldMasterId id="2147483756" r:id="rId11"/>
    <p:sldMasterId id="2147483768" r:id="rId12"/>
    <p:sldMasterId id="2147483780" r:id="rId13"/>
  </p:sldMasterIdLst>
  <p:notesMasterIdLst>
    <p:notesMasterId r:id="rId15"/>
  </p:notesMasterIdLst>
  <p:sldIdLst>
    <p:sldId id="256" r:id="rId14"/>
    <p:sldId id="257" r:id="rId16"/>
    <p:sldId id="258" r:id="rId17"/>
    <p:sldId id="259" r:id="rId18"/>
    <p:sldId id="260" r:id="rId19"/>
    <p:sldId id="261" r:id="rId20"/>
    <p:sldId id="262" r:id="rId21"/>
    <p:sldId id="269" r:id="rId22"/>
    <p:sldId id="263" r:id="rId23"/>
    <p:sldId id="264" r:id="rId24"/>
    <p:sldId id="265" r:id="rId25"/>
    <p:sldId id="266" r:id="rId26"/>
    <p:sldId id="267" r:id="rId27"/>
    <p:sldId id="268" r:id="rId28"/>
  </p:sldIdLst>
  <p:sldSz cx="12192000" cy="6858000"/>
  <p:notesSz cx="6858000" cy="9144000"/>
  <p:defaultTextStyle>
    <a:defPPr>
      <a:defRPr lang="en-GB"/>
    </a:defPPr>
    <a:lvl1pPr marL="0" lvl="0" indent="0" algn="l" defTabSz="914400" rtl="0" eaLnBrk="1" fontAlgn="base" latinLnBrk="0" hangingPunct="0">
      <a:lnSpc>
        <a:spcPct val="93000"/>
      </a:lnSpc>
      <a:spcBef>
        <a:spcPts val="15"/>
      </a:spcBef>
      <a:spcAft>
        <a:spcPts val="15"/>
      </a:spcAft>
      <a:buClr>
        <a:srgbClr val="000000"/>
      </a:buClr>
      <a:buSzPct val="100000"/>
      <a:buFont typeface="Times New Roman" panose="02020603050405020304" pitchFamily="16" charset="0"/>
      <a:buNone/>
      <a:defRPr b="0" i="0" u="none" kern="1200" baseline="0">
        <a:solidFill>
          <a:srgbClr val="000000"/>
        </a:solidFill>
        <a:latin typeface="Arial" panose="020B0604020202020204" pitchFamily="34" charset="0"/>
        <a:ea typeface="Microsoft YaHei" panose="020B0503020204020204" charset="-122"/>
        <a:cs typeface="+mn-cs"/>
      </a:defRPr>
    </a:lvl1pPr>
    <a:lvl2pPr marL="742950" lvl="1" indent="-285750" algn="l" defTabSz="914400" rtl="0" eaLnBrk="1" fontAlgn="base" latinLnBrk="0" hangingPunct="0">
      <a:lnSpc>
        <a:spcPct val="93000"/>
      </a:lnSpc>
      <a:spcBef>
        <a:spcPts val="15"/>
      </a:spcBef>
      <a:spcAft>
        <a:spcPts val="15"/>
      </a:spcAft>
      <a:buClr>
        <a:srgbClr val="000000"/>
      </a:buClr>
      <a:buSzPct val="100000"/>
      <a:buFont typeface="Times New Roman" panose="02020603050405020304" pitchFamily="16" charset="0"/>
      <a:buNone/>
      <a:defRPr sz="1800" b="0" i="0" u="none" kern="1200" baseline="0">
        <a:solidFill>
          <a:srgbClr val="000000"/>
        </a:solidFill>
        <a:latin typeface="Arial" panose="020B0604020202020204" pitchFamily="34" charset="0"/>
        <a:ea typeface="Microsoft YaHei" panose="020B0503020204020204" charset="-122"/>
        <a:cs typeface="+mn-cs"/>
      </a:defRPr>
    </a:lvl2pPr>
    <a:lvl3pPr marL="1143000" lvl="2" indent="-228600" algn="l" defTabSz="914400" rtl="0" eaLnBrk="1" fontAlgn="base" latinLnBrk="0" hangingPunct="0">
      <a:lnSpc>
        <a:spcPct val="93000"/>
      </a:lnSpc>
      <a:spcBef>
        <a:spcPts val="15"/>
      </a:spcBef>
      <a:spcAft>
        <a:spcPts val="15"/>
      </a:spcAft>
      <a:buClr>
        <a:srgbClr val="000000"/>
      </a:buClr>
      <a:buSzPct val="100000"/>
      <a:buFont typeface="Times New Roman" panose="02020603050405020304" pitchFamily="16" charset="0"/>
      <a:buNone/>
      <a:defRPr sz="1800" b="0" i="0" u="none" kern="1200" baseline="0">
        <a:solidFill>
          <a:srgbClr val="000000"/>
        </a:solidFill>
        <a:latin typeface="Arial" panose="020B0604020202020204" pitchFamily="34" charset="0"/>
        <a:ea typeface="Microsoft YaHei" panose="020B0503020204020204" charset="-122"/>
        <a:cs typeface="+mn-cs"/>
      </a:defRPr>
    </a:lvl3pPr>
    <a:lvl4pPr marL="1600200" lvl="3" indent="-228600" algn="l" defTabSz="914400" rtl="0" eaLnBrk="1" fontAlgn="base" latinLnBrk="0" hangingPunct="0">
      <a:lnSpc>
        <a:spcPct val="93000"/>
      </a:lnSpc>
      <a:spcBef>
        <a:spcPts val="15"/>
      </a:spcBef>
      <a:spcAft>
        <a:spcPts val="15"/>
      </a:spcAft>
      <a:buClr>
        <a:srgbClr val="000000"/>
      </a:buClr>
      <a:buSzPct val="100000"/>
      <a:buFont typeface="Times New Roman" panose="02020603050405020304" pitchFamily="16" charset="0"/>
      <a:buNone/>
      <a:defRPr sz="1800" b="0" i="0" u="none" kern="1200" baseline="0">
        <a:solidFill>
          <a:srgbClr val="000000"/>
        </a:solidFill>
        <a:latin typeface="Arial" panose="020B0604020202020204" pitchFamily="34" charset="0"/>
        <a:ea typeface="Microsoft YaHei" panose="020B0503020204020204" charset="-122"/>
        <a:cs typeface="+mn-cs"/>
      </a:defRPr>
    </a:lvl4pPr>
    <a:lvl5pPr marL="2057400" lvl="4" indent="-228600" algn="l" defTabSz="914400" rtl="0" eaLnBrk="1" fontAlgn="base" latinLnBrk="0" hangingPunct="0">
      <a:lnSpc>
        <a:spcPct val="93000"/>
      </a:lnSpc>
      <a:spcBef>
        <a:spcPts val="15"/>
      </a:spcBef>
      <a:spcAft>
        <a:spcPts val="15"/>
      </a:spcAft>
      <a:buClr>
        <a:srgbClr val="000000"/>
      </a:buClr>
      <a:buSzPct val="100000"/>
      <a:buFont typeface="Times New Roman" panose="02020603050405020304" pitchFamily="16" charset="0"/>
      <a:buNone/>
      <a:defRPr sz="1800" b="0" i="0" u="none" kern="1200" baseline="0">
        <a:solidFill>
          <a:srgbClr val="000000"/>
        </a:solidFill>
        <a:latin typeface="Arial" panose="020B0604020202020204" pitchFamily="34" charset="0"/>
        <a:ea typeface="Microsoft YaHei" panose="020B0503020204020204" charset="-122"/>
        <a:cs typeface="+mn-cs"/>
      </a:defRPr>
    </a:lvl5pPr>
    <a:lvl6pPr marL="2286000" lvl="5" indent="-228600" algn="l" defTabSz="914400" rtl="0" eaLnBrk="1" fontAlgn="base" latinLnBrk="0" hangingPunct="0">
      <a:lnSpc>
        <a:spcPct val="93000"/>
      </a:lnSpc>
      <a:spcBef>
        <a:spcPts val="15"/>
      </a:spcBef>
      <a:spcAft>
        <a:spcPts val="15"/>
      </a:spcAft>
      <a:buClr>
        <a:srgbClr val="000000"/>
      </a:buClr>
      <a:buSzPct val="100000"/>
      <a:buFont typeface="Times New Roman" panose="02020603050405020304" pitchFamily="16" charset="0"/>
      <a:buNone/>
      <a:defRPr sz="1800" b="0" i="0" u="none" kern="1200" baseline="0">
        <a:solidFill>
          <a:srgbClr val="000000"/>
        </a:solidFill>
        <a:latin typeface="Arial" panose="020B0604020202020204" pitchFamily="34" charset="0"/>
        <a:ea typeface="Microsoft YaHei" panose="020B0503020204020204" charset="-122"/>
        <a:cs typeface="+mn-cs"/>
      </a:defRPr>
    </a:lvl6pPr>
    <a:lvl7pPr marL="2743200" lvl="6" indent="-228600" algn="l" defTabSz="914400" rtl="0" eaLnBrk="1" fontAlgn="base" latinLnBrk="0" hangingPunct="0">
      <a:lnSpc>
        <a:spcPct val="93000"/>
      </a:lnSpc>
      <a:spcBef>
        <a:spcPts val="15"/>
      </a:spcBef>
      <a:spcAft>
        <a:spcPts val="15"/>
      </a:spcAft>
      <a:buClr>
        <a:srgbClr val="000000"/>
      </a:buClr>
      <a:buSzPct val="100000"/>
      <a:buFont typeface="Times New Roman" panose="02020603050405020304" pitchFamily="16" charset="0"/>
      <a:buNone/>
      <a:defRPr sz="1800" b="0" i="0" u="none" kern="1200" baseline="0">
        <a:solidFill>
          <a:srgbClr val="000000"/>
        </a:solidFill>
        <a:latin typeface="Arial" panose="020B0604020202020204" pitchFamily="34" charset="0"/>
        <a:ea typeface="Microsoft YaHei" panose="020B0503020204020204" charset="-122"/>
        <a:cs typeface="+mn-cs"/>
      </a:defRPr>
    </a:lvl7pPr>
    <a:lvl8pPr marL="3200400" lvl="7" indent="-228600" algn="l" defTabSz="914400" rtl="0" eaLnBrk="1" fontAlgn="base" latinLnBrk="0" hangingPunct="0">
      <a:lnSpc>
        <a:spcPct val="93000"/>
      </a:lnSpc>
      <a:spcBef>
        <a:spcPts val="15"/>
      </a:spcBef>
      <a:spcAft>
        <a:spcPts val="15"/>
      </a:spcAft>
      <a:buClr>
        <a:srgbClr val="000000"/>
      </a:buClr>
      <a:buSzPct val="100000"/>
      <a:buFont typeface="Times New Roman" panose="02020603050405020304" pitchFamily="16" charset="0"/>
      <a:buNone/>
      <a:defRPr sz="1800" b="0" i="0" u="none" kern="1200" baseline="0">
        <a:solidFill>
          <a:srgbClr val="000000"/>
        </a:solidFill>
        <a:latin typeface="Arial" panose="020B0604020202020204" pitchFamily="34" charset="0"/>
        <a:ea typeface="Microsoft YaHei" panose="020B0503020204020204" charset="-122"/>
        <a:cs typeface="+mn-cs"/>
      </a:defRPr>
    </a:lvl8pPr>
    <a:lvl9pPr marL="3657600" lvl="8" indent="-228600" algn="l" defTabSz="914400" rtl="0" eaLnBrk="1" fontAlgn="base" latinLnBrk="0" hangingPunct="0">
      <a:lnSpc>
        <a:spcPct val="93000"/>
      </a:lnSpc>
      <a:spcBef>
        <a:spcPts val="15"/>
      </a:spcBef>
      <a:spcAft>
        <a:spcPts val="15"/>
      </a:spcAft>
      <a:buClr>
        <a:srgbClr val="000000"/>
      </a:buClr>
      <a:buSzPct val="100000"/>
      <a:buFont typeface="Times New Roman" panose="02020603050405020304" pitchFamily="16" charset="0"/>
      <a:buNone/>
      <a:defRPr sz="1800" b="0" i="0" u="none" kern="1200" baseline="0">
        <a:solidFill>
          <a:srgbClr val="000000"/>
        </a:solidFill>
        <a:latin typeface="Arial" panose="020B0604020202020204" pitchFamily="34" charset="0"/>
        <a:ea typeface="Microsoft YaHei" panose="020B0503020204020204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8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chemeClr val="tx1"/>
    </p:penClr>
    <p:extLs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howGuides="1">
      <p:cViewPr varScale="1">
        <p:scale>
          <a:sx n="85" d="100"/>
          <a:sy n="85" d="100"/>
        </p:scale>
        <p:origin x="-780" y="-84"/>
      </p:cViewPr>
      <p:guideLst>
        <p:guide orient="horz" pos="2168"/>
        <p:guide pos="2880"/>
      </p:guideLst>
    </p:cSldViewPr>
  </p:slideViewPr>
  <p:outlineViewPr>
    <p:cViewPr varScale="1">
      <p:scale>
        <a:sx n="170" d="200"/>
        <a:sy n="170" d="200"/>
      </p:scale>
      <p:origin x="-780" y="-84"/>
    </p:cViewPr>
  </p:outlineViewPr>
  <p:gridSpacing cx="45006" cy="45006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Master" Target="slideMasters/slideMaster8.xml"/><Relationship Id="rId8" Type="http://schemas.openxmlformats.org/officeDocument/2006/relationships/slideMaster" Target="slideMasters/slideMaster7.xml"/><Relationship Id="rId7" Type="http://schemas.openxmlformats.org/officeDocument/2006/relationships/slideMaster" Target="slideMasters/slideMaster6.xml"/><Relationship Id="rId6" Type="http://schemas.openxmlformats.org/officeDocument/2006/relationships/slideMaster" Target="slideMasters/slideMaster5.xml"/><Relationship Id="rId5" Type="http://schemas.openxmlformats.org/officeDocument/2006/relationships/slideMaster" Target="slideMasters/slideMaster4.xml"/><Relationship Id="rId4" Type="http://schemas.openxmlformats.org/officeDocument/2006/relationships/slideMaster" Target="slideMasters/slideMaster3.xml"/><Relationship Id="rId31" Type="http://schemas.openxmlformats.org/officeDocument/2006/relationships/tableStyles" Target="tableStyles.xml"/><Relationship Id="rId30" Type="http://schemas.openxmlformats.org/officeDocument/2006/relationships/viewProps" Target="viewProps.xml"/><Relationship Id="rId3" Type="http://schemas.openxmlformats.org/officeDocument/2006/relationships/slideMaster" Target="slideMasters/slideMaster2.xml"/><Relationship Id="rId29" Type="http://schemas.openxmlformats.org/officeDocument/2006/relationships/presProps" Target="presProps.xml"/><Relationship Id="rId28" Type="http://schemas.openxmlformats.org/officeDocument/2006/relationships/slide" Target="slides/slide14.xml"/><Relationship Id="rId27" Type="http://schemas.openxmlformats.org/officeDocument/2006/relationships/slide" Target="slides/slide13.xml"/><Relationship Id="rId26" Type="http://schemas.openxmlformats.org/officeDocument/2006/relationships/slide" Target="slides/slide12.xml"/><Relationship Id="rId25" Type="http://schemas.openxmlformats.org/officeDocument/2006/relationships/slide" Target="slides/slide11.xml"/><Relationship Id="rId24" Type="http://schemas.openxmlformats.org/officeDocument/2006/relationships/slide" Target="slides/slide10.xml"/><Relationship Id="rId23" Type="http://schemas.openxmlformats.org/officeDocument/2006/relationships/slide" Target="slides/slide9.xml"/><Relationship Id="rId22" Type="http://schemas.openxmlformats.org/officeDocument/2006/relationships/slide" Target="slides/slide8.xml"/><Relationship Id="rId21" Type="http://schemas.openxmlformats.org/officeDocument/2006/relationships/slide" Target="slides/slide7.xml"/><Relationship Id="rId20" Type="http://schemas.openxmlformats.org/officeDocument/2006/relationships/slide" Target="slides/slide6.xml"/><Relationship Id="rId2" Type="http://schemas.openxmlformats.org/officeDocument/2006/relationships/theme" Target="theme/theme1.xml"/><Relationship Id="rId19" Type="http://schemas.openxmlformats.org/officeDocument/2006/relationships/slide" Target="slides/slide5.xml"/><Relationship Id="rId18" Type="http://schemas.openxmlformats.org/officeDocument/2006/relationships/slide" Target="slides/slide4.xml"/><Relationship Id="rId17" Type="http://schemas.openxmlformats.org/officeDocument/2006/relationships/slide" Target="slides/slide3.xml"/><Relationship Id="rId16" Type="http://schemas.openxmlformats.org/officeDocument/2006/relationships/slide" Target="slides/slide2.xml"/><Relationship Id="rId15" Type="http://schemas.openxmlformats.org/officeDocument/2006/relationships/notesMaster" Target="notesMasters/notesMaster1.xml"/><Relationship Id="rId14" Type="http://schemas.openxmlformats.org/officeDocument/2006/relationships/slide" Target="slides/slide1.xml"/><Relationship Id="rId13" Type="http://schemas.openxmlformats.org/officeDocument/2006/relationships/slideMaster" Target="slideMasters/slideMaster12.xml"/><Relationship Id="rId12" Type="http://schemas.openxmlformats.org/officeDocument/2006/relationships/slideMaster" Target="slideMasters/slideMaster11.xml"/><Relationship Id="rId11" Type="http://schemas.openxmlformats.org/officeDocument/2006/relationships/slideMaster" Target="slideMasters/slideMaster10.xml"/><Relationship Id="rId10" Type="http://schemas.openxmlformats.org/officeDocument/2006/relationships/slideMaster" Target="slideMasters/slideMaster9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2289" name="Замещающий образ слайда 12288"/>
          <p:cNvSpPr>
            <a:spLocks noGrp="1"/>
          </p:cNvSpPr>
          <p:nvPr>
            <p:ph type="sldImg"/>
          </p:nvPr>
        </p:nvSpPr>
        <p:spPr>
          <a:xfrm>
            <a:off x="0" y="812800"/>
            <a:ext cx="0" cy="0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ctr" anchorCtr="0"/>
          <a:p>
            <a:pPr lvl="0"/>
          </a:p>
        </p:txBody>
      </p:sp>
      <p:sp>
        <p:nvSpPr>
          <p:cNvPr id="12290" name="Замещающий текст 12289"/>
          <p:cNvSpPr>
            <a:spLocks noGrp="1"/>
          </p:cNvSpPr>
          <p:nvPr>
            <p:ph type="body"/>
          </p:nvPr>
        </p:nvSpPr>
        <p:spPr>
          <a:xfrm>
            <a:off x="755650" y="5078413"/>
            <a:ext cx="6046788" cy="4810125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t" anchorCtr="0"/>
          <a:p>
            <a:pPr lvl="0"/>
          </a:p>
        </p:txBody>
      </p:sp>
      <p:sp>
        <p:nvSpPr>
          <p:cNvPr id="12291" name="Замещающий верхний колонтитул 12290"/>
          <p:cNvSpPr>
            <a:spLocks noGrp="1"/>
          </p:cNvSpPr>
          <p:nvPr>
            <p:ph type="hdr"/>
          </p:nvPr>
        </p:nvSpPr>
        <p:spPr>
          <a:xfrm>
            <a:off x="0" y="0"/>
            <a:ext cx="3279775" cy="533400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t" anchorCtr="0"/>
          <a:p>
            <a:pPr lvl="0" defTabSz="914400" eaLnBrk="1" hangingPunct="0">
              <a:lnSpc>
                <a:spcPct val="93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914400" algn="l"/>
                <a:tab pos="1828800" algn="l"/>
                <a:tab pos="2743200" algn="l"/>
              </a:tabLst>
            </a:pPr>
            <a:endParaRPr lang="ru-RU" altLang="x-none" sz="1400" dirty="0" err="1">
              <a:solidFill>
                <a:srgbClr val="000000"/>
              </a:solidFill>
              <a:latin typeface="Times New Roman" panose="02020603050405020304" pitchFamily="16" charset="0"/>
              <a:ea typeface="Segoe UI" panose="020B0502040204020203" charset="0"/>
              <a:cs typeface="Segoe UI" panose="020B0502040204020203" charset="0"/>
            </a:endParaRPr>
          </a:p>
        </p:txBody>
      </p:sp>
      <p:sp>
        <p:nvSpPr>
          <p:cNvPr id="12292" name="Замещающая дата 12291"/>
          <p:cNvSpPr>
            <a:spLocks noGrp="1"/>
          </p:cNvSpPr>
          <p:nvPr>
            <p:ph type="dt"/>
          </p:nvPr>
        </p:nvSpPr>
        <p:spPr>
          <a:xfrm>
            <a:off x="4278313" y="0"/>
            <a:ext cx="3279775" cy="533400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t" anchorCtr="0"/>
          <a:p>
            <a:pPr lvl="0" algn="r" defTabSz="914400" eaLnBrk="1" hangingPunct="0">
              <a:lnSpc>
                <a:spcPct val="93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914400" algn="l"/>
                <a:tab pos="1828800" algn="l"/>
                <a:tab pos="2743200" algn="l"/>
              </a:tabLst>
            </a:pPr>
            <a:endParaRPr lang="ru-RU" altLang="x-none" sz="1400" dirty="0" err="1">
              <a:solidFill>
                <a:srgbClr val="000000"/>
              </a:solidFill>
              <a:latin typeface="Times New Roman" panose="02020603050405020304" pitchFamily="16" charset="0"/>
              <a:ea typeface="Segoe UI" panose="020B0502040204020203" charset="0"/>
              <a:cs typeface="Segoe UI" panose="020B0502040204020203" charset="0"/>
            </a:endParaRPr>
          </a:p>
        </p:txBody>
      </p:sp>
      <p:sp>
        <p:nvSpPr>
          <p:cNvPr id="12293" name="Замещающий нижний колонтитул 12292"/>
          <p:cNvSpPr>
            <a:spLocks noGrp="1"/>
          </p:cNvSpPr>
          <p:nvPr>
            <p:ph type="ftr"/>
          </p:nvPr>
        </p:nvSpPr>
        <p:spPr>
          <a:xfrm>
            <a:off x="0" y="10156825"/>
            <a:ext cx="3279775" cy="533400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b" anchorCtr="0"/>
          <a:p>
            <a:pPr lvl="0" defTabSz="914400" eaLnBrk="1" hangingPunct="0">
              <a:lnSpc>
                <a:spcPct val="93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914400" algn="l"/>
                <a:tab pos="1828800" algn="l"/>
                <a:tab pos="2743200" algn="l"/>
              </a:tabLst>
            </a:pPr>
            <a:endParaRPr lang="ru-RU" altLang="x-none" sz="1400" dirty="0" err="1">
              <a:solidFill>
                <a:srgbClr val="000000"/>
              </a:solidFill>
              <a:latin typeface="Times New Roman" panose="02020603050405020304" pitchFamily="16" charset="0"/>
              <a:ea typeface="Segoe UI" panose="020B0502040204020203" charset="0"/>
              <a:cs typeface="Segoe UI" panose="020B0502040204020203" charset="0"/>
            </a:endParaRPr>
          </a:p>
        </p:txBody>
      </p:sp>
      <p:sp>
        <p:nvSpPr>
          <p:cNvPr id="12294" name="Замещающий номер слайда 12293"/>
          <p:cNvSpPr>
            <a:spLocks noGrp="1"/>
          </p:cNvSpPr>
          <p:nvPr>
            <p:ph type="sldNum"/>
          </p:nvPr>
        </p:nvSpPr>
        <p:spPr>
          <a:xfrm>
            <a:off x="4278313" y="10156825"/>
            <a:ext cx="3279775" cy="533400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b" anchorCtr="0"/>
          <a:p>
            <a:pPr lvl="0" algn="r" defTabSz="914400" eaLnBrk="1" hangingPunct="0">
              <a:lnSpc>
                <a:spcPct val="93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914400" algn="l"/>
                <a:tab pos="1828800" algn="l"/>
                <a:tab pos="2743200" algn="l"/>
              </a:tabLst>
            </a:pPr>
            <a:fld id="{9A0DB2DC-4C9A-4742-B13C-FB6460FD3503}" type="slidenum">
              <a:rPr lang="ru-RU" altLang="x-none" sz="1400" dirty="0" err="1">
                <a:solidFill>
                  <a:srgbClr val="000000"/>
                </a:solidFill>
                <a:latin typeface="Times New Roman" panose="02020603050405020304" pitchFamily="16" charset="0"/>
                <a:cs typeface="Segoe UI" panose="020B0502040204020203" charset="0"/>
              </a:rPr>
            </a:fld>
            <a:endParaRPr lang="ru-RU" altLang="x-none" sz="1400" dirty="0" err="1">
              <a:solidFill>
                <a:srgbClr val="000000"/>
              </a:solidFill>
              <a:latin typeface="Times New Roman" panose="02020603050405020304" pitchFamily="16" charset="0"/>
              <a:ea typeface="Segoe UI" panose="020B0502040204020203" charset="0"/>
              <a:cs typeface="Segoe UI" panose="020B0502040204020203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lvl="0" indent="0" algn="l" defTabSz="914400" rtl="0" eaLnBrk="0" fontAlgn="base" latinLnBrk="0" hangingPunct="0">
      <a:lnSpc>
        <a:spcPct val="100000"/>
      </a:lnSpc>
      <a:spcBef>
        <a:spcPct val="30000"/>
      </a:spcBef>
      <a:spcAft>
        <a:spcPct val="0"/>
      </a:spcAft>
      <a:buClr>
        <a:srgbClr val="000000"/>
      </a:buClr>
      <a:buSzPct val="100000"/>
      <a:buFont typeface="Times New Roman" panose="02020603050405020304" pitchFamily="16" charset="0"/>
      <a:buNone/>
      <a:defRPr sz="1200" b="0" i="0" u="none" kern="1200" baseline="0">
        <a:solidFill>
          <a:srgbClr val="000000"/>
        </a:solidFill>
        <a:latin typeface="Times New Roman" panose="02020603050405020304" pitchFamily="16" charset="0"/>
      </a:defRPr>
    </a:lvl1pPr>
    <a:lvl2pPr marL="742950" lvl="1" indent="-285750" algn="l" defTabSz="914400" rtl="0" eaLnBrk="0" fontAlgn="base" latinLnBrk="0" hangingPunct="0">
      <a:lnSpc>
        <a:spcPct val="100000"/>
      </a:lnSpc>
      <a:spcBef>
        <a:spcPct val="30000"/>
      </a:spcBef>
      <a:spcAft>
        <a:spcPct val="0"/>
      </a:spcAft>
      <a:buClr>
        <a:srgbClr val="000000"/>
      </a:buClr>
      <a:buSzPct val="100000"/>
      <a:buFont typeface="Times New Roman" panose="02020603050405020304" pitchFamily="16" charset="0"/>
      <a:buNone/>
      <a:defRPr sz="1200" b="0" i="0" u="none" kern="1200" baseline="0">
        <a:solidFill>
          <a:srgbClr val="000000"/>
        </a:solidFill>
        <a:latin typeface="Times New Roman" panose="02020603050405020304" pitchFamily="16" charset="0"/>
      </a:defRPr>
    </a:lvl2pPr>
    <a:lvl3pPr marL="1143000" lvl="2" indent="-228600" algn="l" defTabSz="914400" rtl="0" eaLnBrk="0" fontAlgn="base" latinLnBrk="0" hangingPunct="0">
      <a:lnSpc>
        <a:spcPct val="100000"/>
      </a:lnSpc>
      <a:spcBef>
        <a:spcPct val="30000"/>
      </a:spcBef>
      <a:spcAft>
        <a:spcPct val="0"/>
      </a:spcAft>
      <a:buClr>
        <a:srgbClr val="000000"/>
      </a:buClr>
      <a:buSzPct val="100000"/>
      <a:buFont typeface="Times New Roman" panose="02020603050405020304" pitchFamily="16" charset="0"/>
      <a:buNone/>
      <a:defRPr sz="1200" b="0" i="0" u="none" kern="1200" baseline="0">
        <a:solidFill>
          <a:srgbClr val="000000"/>
        </a:solidFill>
        <a:latin typeface="Times New Roman" panose="02020603050405020304" pitchFamily="16" charset="0"/>
      </a:defRPr>
    </a:lvl3pPr>
    <a:lvl4pPr marL="1600200" lvl="3" indent="-228600" algn="l" defTabSz="914400" rtl="0" eaLnBrk="0" fontAlgn="base" latinLnBrk="0" hangingPunct="0">
      <a:lnSpc>
        <a:spcPct val="100000"/>
      </a:lnSpc>
      <a:spcBef>
        <a:spcPct val="30000"/>
      </a:spcBef>
      <a:spcAft>
        <a:spcPct val="0"/>
      </a:spcAft>
      <a:buClr>
        <a:srgbClr val="000000"/>
      </a:buClr>
      <a:buSzPct val="100000"/>
      <a:buFont typeface="Times New Roman" panose="02020603050405020304" pitchFamily="16" charset="0"/>
      <a:buNone/>
      <a:defRPr sz="1200" b="0" i="0" u="none" kern="1200" baseline="0">
        <a:solidFill>
          <a:srgbClr val="000000"/>
        </a:solidFill>
        <a:latin typeface="Times New Roman" panose="02020603050405020304" pitchFamily="16" charset="0"/>
      </a:defRPr>
    </a:lvl4pPr>
    <a:lvl5pPr marL="2057400" lvl="4" indent="-228600" algn="l" defTabSz="914400" rtl="0" eaLnBrk="0" fontAlgn="base" latinLnBrk="0" hangingPunct="0">
      <a:lnSpc>
        <a:spcPct val="100000"/>
      </a:lnSpc>
      <a:spcBef>
        <a:spcPct val="30000"/>
      </a:spcBef>
      <a:spcAft>
        <a:spcPct val="0"/>
      </a:spcAft>
      <a:buClr>
        <a:srgbClr val="000000"/>
      </a:buClr>
      <a:buSzPct val="100000"/>
      <a:buFont typeface="Times New Roman" panose="02020603050405020304" pitchFamily="16" charset="0"/>
      <a:buNone/>
      <a:defRPr sz="1200" b="0" i="0" u="none" kern="1200" baseline="0">
        <a:solidFill>
          <a:srgbClr val="000000"/>
        </a:solidFill>
        <a:latin typeface="Times New Roman" panose="02020603050405020304" pitchFamily="16" charset="0"/>
      </a:defRPr>
    </a:lvl5pPr>
    <a:lvl6pPr marL="2286000" lvl="5" indent="-228600" algn="l" defTabSz="914400" rtl="0" eaLnBrk="0" fontAlgn="base" latinLnBrk="0" hangingPunct="0">
      <a:lnSpc>
        <a:spcPct val="100000"/>
      </a:lnSpc>
      <a:spcBef>
        <a:spcPct val="30000"/>
      </a:spcBef>
      <a:spcAft>
        <a:spcPct val="0"/>
      </a:spcAft>
      <a:buClr>
        <a:srgbClr val="000000"/>
      </a:buClr>
      <a:buSzPct val="100000"/>
      <a:buFont typeface="Times New Roman" panose="02020603050405020304" pitchFamily="16" charset="0"/>
      <a:buNone/>
      <a:defRPr sz="1200" b="0" i="0" u="none" kern="1200" baseline="0">
        <a:solidFill>
          <a:srgbClr val="000000"/>
        </a:solidFill>
        <a:latin typeface="Times New Roman" panose="02020603050405020304" pitchFamily="16" charset="0"/>
      </a:defRPr>
    </a:lvl6pPr>
    <a:lvl7pPr marL="2743200" lvl="6" indent="-228600" algn="l" defTabSz="914400" rtl="0" eaLnBrk="0" fontAlgn="base" latinLnBrk="0" hangingPunct="0">
      <a:lnSpc>
        <a:spcPct val="100000"/>
      </a:lnSpc>
      <a:spcBef>
        <a:spcPct val="30000"/>
      </a:spcBef>
      <a:spcAft>
        <a:spcPct val="0"/>
      </a:spcAft>
      <a:buClr>
        <a:srgbClr val="000000"/>
      </a:buClr>
      <a:buSzPct val="100000"/>
      <a:buFont typeface="Times New Roman" panose="02020603050405020304" pitchFamily="16" charset="0"/>
      <a:buNone/>
      <a:defRPr sz="1200" b="0" i="0" u="none" kern="1200" baseline="0">
        <a:solidFill>
          <a:srgbClr val="000000"/>
        </a:solidFill>
        <a:latin typeface="Times New Roman" panose="02020603050405020304" pitchFamily="16" charset="0"/>
      </a:defRPr>
    </a:lvl7pPr>
    <a:lvl8pPr marL="3200400" lvl="7" indent="-228600" algn="l" defTabSz="914400" rtl="0" eaLnBrk="0" fontAlgn="base" latinLnBrk="0" hangingPunct="0">
      <a:lnSpc>
        <a:spcPct val="100000"/>
      </a:lnSpc>
      <a:spcBef>
        <a:spcPct val="30000"/>
      </a:spcBef>
      <a:spcAft>
        <a:spcPct val="0"/>
      </a:spcAft>
      <a:buClr>
        <a:srgbClr val="000000"/>
      </a:buClr>
      <a:buSzPct val="100000"/>
      <a:buFont typeface="Times New Roman" panose="02020603050405020304" pitchFamily="16" charset="0"/>
      <a:buNone/>
      <a:defRPr sz="1200" b="0" i="0" u="none" kern="1200" baseline="0">
        <a:solidFill>
          <a:srgbClr val="000000"/>
        </a:solidFill>
        <a:latin typeface="Times New Roman" panose="02020603050405020304" pitchFamily="16" charset="0"/>
      </a:defRPr>
    </a:lvl8pPr>
    <a:lvl9pPr marL="3657600" lvl="8" indent="-228600" algn="l" defTabSz="914400" rtl="0" eaLnBrk="0" fontAlgn="base" latinLnBrk="0" hangingPunct="0">
      <a:lnSpc>
        <a:spcPct val="100000"/>
      </a:lnSpc>
      <a:spcBef>
        <a:spcPct val="30000"/>
      </a:spcBef>
      <a:spcAft>
        <a:spcPct val="0"/>
      </a:spcAft>
      <a:buClr>
        <a:srgbClr val="000000"/>
      </a:buClr>
      <a:buSzPct val="100000"/>
      <a:buFont typeface="Times New Roman" panose="02020603050405020304" pitchFamily="16" charset="0"/>
      <a:buNone/>
      <a:defRPr sz="1200" b="0" i="0" u="none" kern="1200" baseline="0">
        <a:solidFill>
          <a:srgbClr val="000000"/>
        </a:solidFill>
        <a:latin typeface="Times New Roman" panose="02020603050405020304" pitchFamily="16" charset="0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мещающий номер слайда 1"/>
          <p:cNvSpPr/>
          <p:nvPr>
            <p:ph type="sldNum" idx="2"/>
          </p:nvPr>
        </p:nvSpPr>
        <p:spPr/>
        <p:txBody>
          <a:bodyPr/>
          <a:p>
            <a:pPr lvl="0" algn="r" defTabSz="914400" eaLnBrk="1" hangingPunct="0">
              <a:lnSpc>
                <a:spcPct val="93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914400" algn="l"/>
                <a:tab pos="1828800" algn="l"/>
                <a:tab pos="2743200" algn="l"/>
              </a:tabLst>
            </a:pPr>
            <a:fld id="{9A0DB2DC-4C9A-4742-B13C-FB6460FD3503}" type="slidenum">
              <a:rPr lang="ru-RU" altLang="x-none" sz="1400" dirty="0" err="1">
                <a:solidFill>
                  <a:srgbClr val="000000"/>
                </a:solidFill>
                <a:latin typeface="Times New Roman" panose="02020603050405020304" pitchFamily="16" charset="0"/>
                <a:cs typeface="Segoe UI" panose="020B0502040204020203" charset="0"/>
              </a:rPr>
            </a:fld>
            <a:endParaRPr lang="ru-RU" altLang="x-none" sz="1400" dirty="0" err="1">
              <a:solidFill>
                <a:srgbClr val="000000"/>
              </a:solidFill>
              <a:latin typeface="Times New Roman" panose="02020603050405020304" pitchFamily="16" charset="0"/>
              <a:ea typeface="Segoe UI" panose="020B0502040204020203" charset="0"/>
              <a:cs typeface="Segoe UI" panose="020B0502040204020203" charset="0"/>
            </a:endParaRPr>
          </a:p>
        </p:txBody>
      </p:sp>
      <p:sp>
        <p:nvSpPr>
          <p:cNvPr id="26625" name="Замещающий образ слайда 26624"/>
          <p:cNvSpPr txBox="1"/>
          <p:nvPr>
            <p:ph type="sldImg"/>
          </p:nvPr>
        </p:nvSpPr>
        <p:spPr>
          <a:xfrm>
            <a:off x="215900" y="812800"/>
            <a:ext cx="7127875" cy="4008438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000000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26626" name="Замещающий текст 26625"/>
          <p:cNvSpPr txBox="1"/>
          <p:nvPr>
            <p:ph type="body" idx="1"/>
          </p:nvPr>
        </p:nvSpPr>
        <p:spPr>
          <a:xfrm>
            <a:off x="755650" y="5078413"/>
            <a:ext cx="6048375" cy="4811712"/>
          </a:xfrm>
          <a:prstGeom prst="rect">
            <a:avLst/>
          </a:prstGeom>
          <a:noFill/>
          <a:ln w="9525">
            <a:noFill/>
          </a:ln>
        </p:spPr>
        <p:txBody>
          <a:bodyPr wrap="none" anchor="ctr" anchorCtr="0"/>
          <a:p>
            <a:pPr lvl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мещающий номер слайда 1"/>
          <p:cNvSpPr/>
          <p:nvPr>
            <p:ph type="sldNum" idx="2"/>
          </p:nvPr>
        </p:nvSpPr>
        <p:spPr/>
        <p:txBody>
          <a:bodyPr/>
          <a:p>
            <a:pPr lvl="0" algn="r" defTabSz="914400" eaLnBrk="1" hangingPunct="0">
              <a:lnSpc>
                <a:spcPct val="93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914400" algn="l"/>
                <a:tab pos="1828800" algn="l"/>
                <a:tab pos="2743200" algn="l"/>
              </a:tabLst>
            </a:pPr>
            <a:fld id="{9A0DB2DC-4C9A-4742-B13C-FB6460FD3503}" type="slidenum">
              <a:rPr lang="ru-RU" altLang="x-none" sz="1400" dirty="0" err="1">
                <a:solidFill>
                  <a:srgbClr val="000000"/>
                </a:solidFill>
                <a:latin typeface="Times New Roman" panose="02020603050405020304" pitchFamily="16" charset="0"/>
                <a:cs typeface="Segoe UI" panose="020B0502040204020203" charset="0"/>
              </a:rPr>
            </a:fld>
            <a:endParaRPr lang="ru-RU" altLang="x-none" sz="1400" dirty="0" err="1">
              <a:solidFill>
                <a:srgbClr val="000000"/>
              </a:solidFill>
              <a:latin typeface="Times New Roman" panose="02020603050405020304" pitchFamily="16" charset="0"/>
              <a:ea typeface="Segoe UI" panose="020B0502040204020203" charset="0"/>
              <a:cs typeface="Segoe UI" panose="020B0502040204020203" charset="0"/>
            </a:endParaRPr>
          </a:p>
        </p:txBody>
      </p:sp>
      <p:sp>
        <p:nvSpPr>
          <p:cNvPr id="27649" name="Замещающий образ слайда 27648"/>
          <p:cNvSpPr txBox="1"/>
          <p:nvPr>
            <p:ph type="sldImg"/>
          </p:nvPr>
        </p:nvSpPr>
        <p:spPr>
          <a:xfrm>
            <a:off x="215900" y="812800"/>
            <a:ext cx="7127875" cy="4008438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000000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27650" name="Замещающий текст 27649"/>
          <p:cNvSpPr txBox="1"/>
          <p:nvPr>
            <p:ph type="body" idx="1"/>
          </p:nvPr>
        </p:nvSpPr>
        <p:spPr>
          <a:xfrm>
            <a:off x="755650" y="5078413"/>
            <a:ext cx="6048375" cy="4811712"/>
          </a:xfrm>
          <a:prstGeom prst="rect">
            <a:avLst/>
          </a:prstGeom>
          <a:noFill/>
          <a:ln w="9525">
            <a:noFill/>
          </a:ln>
        </p:spPr>
        <p:txBody>
          <a:bodyPr wrap="none" anchor="ctr" anchorCtr="0"/>
          <a:p>
            <a:pPr lvl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мещающий номер слайда 1"/>
          <p:cNvSpPr/>
          <p:nvPr>
            <p:ph type="sldNum" idx="2"/>
          </p:nvPr>
        </p:nvSpPr>
        <p:spPr/>
        <p:txBody>
          <a:bodyPr/>
          <a:p>
            <a:pPr lvl="0" algn="r" defTabSz="914400" eaLnBrk="1" hangingPunct="0">
              <a:lnSpc>
                <a:spcPct val="93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914400" algn="l"/>
                <a:tab pos="1828800" algn="l"/>
                <a:tab pos="2743200" algn="l"/>
              </a:tabLst>
            </a:pPr>
            <a:fld id="{9A0DB2DC-4C9A-4742-B13C-FB6460FD3503}" type="slidenum">
              <a:rPr lang="ru-RU" altLang="x-none" sz="1400" dirty="0" err="1">
                <a:solidFill>
                  <a:srgbClr val="000000"/>
                </a:solidFill>
                <a:latin typeface="Times New Roman" panose="02020603050405020304" pitchFamily="16" charset="0"/>
                <a:cs typeface="Segoe UI" panose="020B0502040204020203" charset="0"/>
              </a:rPr>
            </a:fld>
            <a:endParaRPr lang="ru-RU" altLang="x-none" sz="1400" dirty="0" err="1">
              <a:solidFill>
                <a:srgbClr val="000000"/>
              </a:solidFill>
              <a:latin typeface="Times New Roman" panose="02020603050405020304" pitchFamily="16" charset="0"/>
              <a:ea typeface="Segoe UI" panose="020B0502040204020203" charset="0"/>
              <a:cs typeface="Segoe UI" panose="020B0502040204020203" charset="0"/>
            </a:endParaRPr>
          </a:p>
        </p:txBody>
      </p:sp>
      <p:sp>
        <p:nvSpPr>
          <p:cNvPr id="28673" name="Замещающий образ слайда 28672"/>
          <p:cNvSpPr txBox="1"/>
          <p:nvPr>
            <p:ph type="sldImg"/>
          </p:nvPr>
        </p:nvSpPr>
        <p:spPr>
          <a:xfrm>
            <a:off x="215900" y="812800"/>
            <a:ext cx="7127875" cy="4008438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000000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28674" name="Замещающий текст 28673"/>
          <p:cNvSpPr txBox="1"/>
          <p:nvPr>
            <p:ph type="body" idx="1"/>
          </p:nvPr>
        </p:nvSpPr>
        <p:spPr>
          <a:xfrm>
            <a:off x="755650" y="5078413"/>
            <a:ext cx="6048375" cy="4811712"/>
          </a:xfrm>
          <a:prstGeom prst="rect">
            <a:avLst/>
          </a:prstGeom>
          <a:noFill/>
          <a:ln w="9525">
            <a:noFill/>
          </a:ln>
        </p:spPr>
        <p:txBody>
          <a:bodyPr wrap="none" anchor="ctr" anchorCtr="0"/>
          <a:p>
            <a:pPr lvl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мещающий номер слайда 1"/>
          <p:cNvSpPr/>
          <p:nvPr>
            <p:ph type="sldNum" idx="2"/>
          </p:nvPr>
        </p:nvSpPr>
        <p:spPr/>
        <p:txBody>
          <a:bodyPr/>
          <a:p>
            <a:pPr lvl="0" algn="r" defTabSz="914400" eaLnBrk="1" hangingPunct="0">
              <a:lnSpc>
                <a:spcPct val="93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914400" algn="l"/>
                <a:tab pos="1828800" algn="l"/>
                <a:tab pos="2743200" algn="l"/>
              </a:tabLst>
            </a:pPr>
            <a:fld id="{9A0DB2DC-4C9A-4742-B13C-FB6460FD3503}" type="slidenum">
              <a:rPr lang="ru-RU" altLang="x-none" sz="1400" dirty="0" err="1">
                <a:solidFill>
                  <a:srgbClr val="000000"/>
                </a:solidFill>
                <a:latin typeface="Times New Roman" panose="02020603050405020304" pitchFamily="16" charset="0"/>
                <a:cs typeface="Segoe UI" panose="020B0502040204020203" charset="0"/>
              </a:rPr>
            </a:fld>
            <a:endParaRPr lang="ru-RU" altLang="x-none" sz="1400" dirty="0" err="1">
              <a:solidFill>
                <a:srgbClr val="000000"/>
              </a:solidFill>
              <a:latin typeface="Times New Roman" panose="02020603050405020304" pitchFamily="16" charset="0"/>
              <a:ea typeface="Segoe UI" panose="020B0502040204020203" charset="0"/>
              <a:cs typeface="Segoe UI" panose="020B0502040204020203" charset="0"/>
            </a:endParaRPr>
          </a:p>
        </p:txBody>
      </p:sp>
      <p:sp>
        <p:nvSpPr>
          <p:cNvPr id="29697" name="Замещающий образ слайда 29696"/>
          <p:cNvSpPr txBox="1"/>
          <p:nvPr>
            <p:ph type="sldImg"/>
          </p:nvPr>
        </p:nvSpPr>
        <p:spPr>
          <a:xfrm>
            <a:off x="215900" y="812800"/>
            <a:ext cx="7127875" cy="4008438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000000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29698" name="Замещающий текст 29697"/>
          <p:cNvSpPr txBox="1"/>
          <p:nvPr>
            <p:ph type="body" idx="1"/>
          </p:nvPr>
        </p:nvSpPr>
        <p:spPr>
          <a:xfrm>
            <a:off x="755650" y="5078413"/>
            <a:ext cx="6048375" cy="4811712"/>
          </a:xfrm>
          <a:prstGeom prst="rect">
            <a:avLst/>
          </a:prstGeom>
          <a:noFill/>
          <a:ln w="9525">
            <a:noFill/>
          </a:ln>
        </p:spPr>
        <p:txBody>
          <a:bodyPr wrap="none" anchor="ctr" anchorCtr="0"/>
          <a:p>
            <a:pPr lvl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мещающий номер слайда 1"/>
          <p:cNvSpPr/>
          <p:nvPr>
            <p:ph type="sldNum" idx="2"/>
          </p:nvPr>
        </p:nvSpPr>
        <p:spPr/>
        <p:txBody>
          <a:bodyPr/>
          <a:p>
            <a:pPr lvl="0" algn="r" defTabSz="914400" eaLnBrk="1" hangingPunct="0">
              <a:lnSpc>
                <a:spcPct val="93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914400" algn="l"/>
                <a:tab pos="1828800" algn="l"/>
                <a:tab pos="2743200" algn="l"/>
              </a:tabLst>
            </a:pPr>
            <a:fld id="{9A0DB2DC-4C9A-4742-B13C-FB6460FD3503}" type="slidenum">
              <a:rPr lang="ru-RU" altLang="x-none" sz="1400" dirty="0" err="1">
                <a:solidFill>
                  <a:srgbClr val="000000"/>
                </a:solidFill>
                <a:latin typeface="Times New Roman" panose="02020603050405020304" pitchFamily="16" charset="0"/>
                <a:cs typeface="Segoe UI" panose="020B0502040204020203" charset="0"/>
              </a:rPr>
            </a:fld>
            <a:endParaRPr lang="ru-RU" altLang="x-none" sz="1400" dirty="0" err="1">
              <a:solidFill>
                <a:srgbClr val="000000"/>
              </a:solidFill>
              <a:latin typeface="Times New Roman" panose="02020603050405020304" pitchFamily="16" charset="0"/>
              <a:ea typeface="Segoe UI" panose="020B0502040204020203" charset="0"/>
              <a:cs typeface="Segoe UI" panose="020B0502040204020203" charset="0"/>
            </a:endParaRPr>
          </a:p>
        </p:txBody>
      </p:sp>
      <p:sp>
        <p:nvSpPr>
          <p:cNvPr id="30721" name="Замещающий образ слайда 30720"/>
          <p:cNvSpPr txBox="1"/>
          <p:nvPr>
            <p:ph type="sldImg"/>
          </p:nvPr>
        </p:nvSpPr>
        <p:spPr>
          <a:xfrm>
            <a:off x="215900" y="812800"/>
            <a:ext cx="7127875" cy="4008438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000000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30722" name="Замещающий текст 30721"/>
          <p:cNvSpPr txBox="1"/>
          <p:nvPr>
            <p:ph type="body" idx="1"/>
          </p:nvPr>
        </p:nvSpPr>
        <p:spPr>
          <a:xfrm>
            <a:off x="755650" y="5078413"/>
            <a:ext cx="6048375" cy="4811712"/>
          </a:xfrm>
          <a:prstGeom prst="rect">
            <a:avLst/>
          </a:prstGeom>
          <a:noFill/>
          <a:ln w="9525">
            <a:noFill/>
          </a:ln>
        </p:spPr>
        <p:txBody>
          <a:bodyPr wrap="none" anchor="ctr" anchorCtr="0"/>
          <a:p>
            <a:pPr lvl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мещающий номер слайда 1"/>
          <p:cNvSpPr/>
          <p:nvPr>
            <p:ph type="sldNum" idx="2"/>
          </p:nvPr>
        </p:nvSpPr>
        <p:spPr/>
        <p:txBody>
          <a:bodyPr/>
          <a:p>
            <a:pPr lvl="0" algn="r" defTabSz="914400" eaLnBrk="1" hangingPunct="0">
              <a:lnSpc>
                <a:spcPct val="93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914400" algn="l"/>
                <a:tab pos="1828800" algn="l"/>
                <a:tab pos="2743200" algn="l"/>
              </a:tabLst>
            </a:pPr>
            <a:fld id="{9A0DB2DC-4C9A-4742-B13C-FB6460FD3503}" type="slidenum">
              <a:rPr lang="ru-RU" altLang="x-none" sz="1400" dirty="0" err="1">
                <a:solidFill>
                  <a:srgbClr val="000000"/>
                </a:solidFill>
                <a:latin typeface="Times New Roman" panose="02020603050405020304" pitchFamily="16" charset="0"/>
                <a:cs typeface="Segoe UI" panose="020B0502040204020203" charset="0"/>
              </a:rPr>
            </a:fld>
            <a:endParaRPr lang="ru-RU" altLang="x-none" sz="1400" dirty="0" err="1">
              <a:solidFill>
                <a:srgbClr val="000000"/>
              </a:solidFill>
              <a:latin typeface="Times New Roman" panose="02020603050405020304" pitchFamily="16" charset="0"/>
              <a:ea typeface="Segoe UI" panose="020B0502040204020203" charset="0"/>
              <a:cs typeface="Segoe UI" panose="020B0502040204020203" charset="0"/>
            </a:endParaRPr>
          </a:p>
        </p:txBody>
      </p:sp>
      <p:sp>
        <p:nvSpPr>
          <p:cNvPr id="31745" name="Замещающий образ слайда 31744"/>
          <p:cNvSpPr txBox="1"/>
          <p:nvPr>
            <p:ph type="sldImg"/>
          </p:nvPr>
        </p:nvSpPr>
        <p:spPr>
          <a:xfrm>
            <a:off x="215900" y="812800"/>
            <a:ext cx="7127875" cy="4008438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000000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31746" name="Замещающий текст 31745"/>
          <p:cNvSpPr txBox="1"/>
          <p:nvPr>
            <p:ph type="body" idx="1"/>
          </p:nvPr>
        </p:nvSpPr>
        <p:spPr>
          <a:xfrm>
            <a:off x="755650" y="5078413"/>
            <a:ext cx="6048375" cy="4811712"/>
          </a:xfrm>
          <a:prstGeom prst="rect">
            <a:avLst/>
          </a:prstGeom>
          <a:noFill/>
          <a:ln w="9525">
            <a:noFill/>
          </a:ln>
        </p:spPr>
        <p:txBody>
          <a:bodyPr wrap="none" anchor="ctr" anchorCtr="0"/>
          <a:p>
            <a:pPr lvl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мещающий номер слайда 1"/>
          <p:cNvSpPr/>
          <p:nvPr>
            <p:ph type="sldNum" idx="2"/>
          </p:nvPr>
        </p:nvSpPr>
        <p:spPr/>
        <p:txBody>
          <a:bodyPr/>
          <a:p>
            <a:pPr lvl="0" algn="r" defTabSz="914400" eaLnBrk="1" hangingPunct="0">
              <a:lnSpc>
                <a:spcPct val="93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914400" algn="l"/>
                <a:tab pos="1828800" algn="l"/>
                <a:tab pos="2743200" algn="l"/>
              </a:tabLst>
            </a:pPr>
            <a:fld id="{9A0DB2DC-4C9A-4742-B13C-FB6460FD3503}" type="slidenum">
              <a:rPr lang="ru-RU" altLang="x-none" sz="1400" dirty="0" err="1">
                <a:solidFill>
                  <a:srgbClr val="000000"/>
                </a:solidFill>
                <a:latin typeface="Times New Roman" panose="02020603050405020304" pitchFamily="16" charset="0"/>
                <a:cs typeface="Segoe UI" panose="020B0502040204020203" charset="0"/>
              </a:rPr>
            </a:fld>
            <a:endParaRPr lang="ru-RU" altLang="x-none" sz="1400" dirty="0" err="1">
              <a:solidFill>
                <a:srgbClr val="000000"/>
              </a:solidFill>
              <a:latin typeface="Times New Roman" panose="02020603050405020304" pitchFamily="16" charset="0"/>
              <a:ea typeface="Segoe UI" panose="020B0502040204020203" charset="0"/>
              <a:cs typeface="Segoe UI" panose="020B0502040204020203" charset="0"/>
            </a:endParaRPr>
          </a:p>
        </p:txBody>
      </p:sp>
      <p:sp>
        <p:nvSpPr>
          <p:cNvPr id="32769" name="Замещающий образ слайда 32768"/>
          <p:cNvSpPr txBox="1"/>
          <p:nvPr>
            <p:ph type="sldImg"/>
          </p:nvPr>
        </p:nvSpPr>
        <p:spPr>
          <a:xfrm>
            <a:off x="215900" y="812800"/>
            <a:ext cx="7127875" cy="4008438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000000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32770" name="Замещающий текст 32769"/>
          <p:cNvSpPr txBox="1"/>
          <p:nvPr>
            <p:ph type="body" idx="1"/>
          </p:nvPr>
        </p:nvSpPr>
        <p:spPr>
          <a:xfrm>
            <a:off x="755650" y="5078413"/>
            <a:ext cx="6048375" cy="4811712"/>
          </a:xfrm>
          <a:prstGeom prst="rect">
            <a:avLst/>
          </a:prstGeom>
          <a:noFill/>
          <a:ln w="9525">
            <a:noFill/>
          </a:ln>
        </p:spPr>
        <p:txBody>
          <a:bodyPr wrap="none" anchor="ctr" anchorCtr="0"/>
          <a:p>
            <a:pPr lvl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мещающий номер слайда 1"/>
          <p:cNvSpPr/>
          <p:nvPr>
            <p:ph type="sldNum" idx="2"/>
          </p:nvPr>
        </p:nvSpPr>
        <p:spPr/>
        <p:txBody>
          <a:bodyPr/>
          <a:p>
            <a:pPr lvl="0" algn="r" defTabSz="914400" eaLnBrk="1" hangingPunct="0">
              <a:lnSpc>
                <a:spcPct val="93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914400" algn="l"/>
                <a:tab pos="1828800" algn="l"/>
                <a:tab pos="2743200" algn="l"/>
              </a:tabLst>
            </a:pPr>
            <a:fld id="{9A0DB2DC-4C9A-4742-B13C-FB6460FD3503}" type="slidenum">
              <a:rPr lang="ru-RU" altLang="x-none" sz="1400" dirty="0" err="1">
                <a:solidFill>
                  <a:srgbClr val="000000"/>
                </a:solidFill>
                <a:latin typeface="Times New Roman" panose="02020603050405020304" pitchFamily="16" charset="0"/>
                <a:cs typeface="Segoe UI" panose="020B0502040204020203" charset="0"/>
              </a:rPr>
            </a:fld>
            <a:endParaRPr lang="ru-RU" altLang="x-none" sz="1400" dirty="0" err="1">
              <a:solidFill>
                <a:srgbClr val="000000"/>
              </a:solidFill>
              <a:latin typeface="Times New Roman" panose="02020603050405020304" pitchFamily="16" charset="0"/>
              <a:ea typeface="Segoe UI" panose="020B0502040204020203" charset="0"/>
              <a:cs typeface="Segoe UI" panose="020B0502040204020203" charset="0"/>
            </a:endParaRPr>
          </a:p>
        </p:txBody>
      </p:sp>
      <p:sp>
        <p:nvSpPr>
          <p:cNvPr id="32769" name="Замещающий образ слайда 32768"/>
          <p:cNvSpPr txBox="1"/>
          <p:nvPr>
            <p:ph type="sldImg"/>
          </p:nvPr>
        </p:nvSpPr>
        <p:spPr>
          <a:xfrm>
            <a:off x="215900" y="812800"/>
            <a:ext cx="7127875" cy="4008438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000000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32770" name="Замещающий текст 32769"/>
          <p:cNvSpPr txBox="1"/>
          <p:nvPr>
            <p:ph type="body" idx="1"/>
          </p:nvPr>
        </p:nvSpPr>
        <p:spPr>
          <a:xfrm>
            <a:off x="755650" y="5078413"/>
            <a:ext cx="6048375" cy="4811712"/>
          </a:xfrm>
          <a:prstGeom prst="rect">
            <a:avLst/>
          </a:prstGeom>
          <a:noFill/>
          <a:ln w="9525">
            <a:noFill/>
          </a:ln>
        </p:spPr>
        <p:txBody>
          <a:bodyPr wrap="none" anchor="ctr" anchorCtr="0"/>
          <a:p>
            <a:pPr lvl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мещающий номер слайда 1"/>
          <p:cNvSpPr/>
          <p:nvPr>
            <p:ph type="sldNum" idx="2"/>
          </p:nvPr>
        </p:nvSpPr>
        <p:spPr/>
        <p:txBody>
          <a:bodyPr/>
          <a:p>
            <a:pPr lvl="0" algn="r" defTabSz="914400" eaLnBrk="1" hangingPunct="0">
              <a:lnSpc>
                <a:spcPct val="93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914400" algn="l"/>
                <a:tab pos="1828800" algn="l"/>
                <a:tab pos="2743200" algn="l"/>
              </a:tabLst>
            </a:pPr>
            <a:fld id="{9A0DB2DC-4C9A-4742-B13C-FB6460FD3503}" type="slidenum">
              <a:rPr lang="ru-RU" altLang="x-none" sz="1400" dirty="0" err="1">
                <a:solidFill>
                  <a:srgbClr val="000000"/>
                </a:solidFill>
                <a:latin typeface="Times New Roman" panose="02020603050405020304" pitchFamily="16" charset="0"/>
                <a:cs typeface="Segoe UI" panose="020B0502040204020203" charset="0"/>
              </a:rPr>
            </a:fld>
            <a:endParaRPr lang="ru-RU" altLang="x-none" sz="1400" dirty="0" err="1">
              <a:solidFill>
                <a:srgbClr val="000000"/>
              </a:solidFill>
              <a:latin typeface="Times New Roman" panose="02020603050405020304" pitchFamily="16" charset="0"/>
              <a:ea typeface="Segoe UI" panose="020B0502040204020203" charset="0"/>
              <a:cs typeface="Segoe UI" panose="020B0502040204020203" charset="0"/>
            </a:endParaRPr>
          </a:p>
        </p:txBody>
      </p:sp>
      <p:sp>
        <p:nvSpPr>
          <p:cNvPr id="33793" name="Замещающий образ слайда 33792"/>
          <p:cNvSpPr txBox="1"/>
          <p:nvPr>
            <p:ph type="sldImg"/>
          </p:nvPr>
        </p:nvSpPr>
        <p:spPr>
          <a:xfrm>
            <a:off x="215900" y="812800"/>
            <a:ext cx="7127875" cy="4008438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000000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33794" name="Замещающий текст 33793"/>
          <p:cNvSpPr txBox="1"/>
          <p:nvPr>
            <p:ph type="body" idx="1"/>
          </p:nvPr>
        </p:nvSpPr>
        <p:spPr>
          <a:xfrm>
            <a:off x="755650" y="5078413"/>
            <a:ext cx="6048375" cy="4811712"/>
          </a:xfrm>
          <a:prstGeom prst="rect">
            <a:avLst/>
          </a:prstGeom>
          <a:noFill/>
          <a:ln w="9525">
            <a:noFill/>
          </a:ln>
        </p:spPr>
        <p:txBody>
          <a:bodyPr wrap="none" anchor="ctr" anchorCtr="0"/>
          <a:p>
            <a:pPr lvl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мещающий номер слайда 1"/>
          <p:cNvSpPr/>
          <p:nvPr>
            <p:ph type="sldNum" idx="2"/>
          </p:nvPr>
        </p:nvSpPr>
        <p:spPr/>
        <p:txBody>
          <a:bodyPr/>
          <a:p>
            <a:pPr lvl="0" algn="r" defTabSz="914400" eaLnBrk="1" hangingPunct="0">
              <a:lnSpc>
                <a:spcPct val="93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914400" algn="l"/>
                <a:tab pos="1828800" algn="l"/>
                <a:tab pos="2743200" algn="l"/>
              </a:tabLst>
            </a:pPr>
            <a:fld id="{9A0DB2DC-4C9A-4742-B13C-FB6460FD3503}" type="slidenum">
              <a:rPr lang="ru-RU" altLang="x-none" sz="1400" dirty="0" err="1">
                <a:solidFill>
                  <a:srgbClr val="000000"/>
                </a:solidFill>
                <a:latin typeface="Times New Roman" panose="02020603050405020304" pitchFamily="16" charset="0"/>
                <a:cs typeface="Segoe UI" panose="020B0502040204020203" charset="0"/>
              </a:rPr>
            </a:fld>
            <a:endParaRPr lang="ru-RU" altLang="x-none" sz="1400" dirty="0" err="1">
              <a:solidFill>
                <a:srgbClr val="000000"/>
              </a:solidFill>
              <a:latin typeface="Times New Roman" panose="02020603050405020304" pitchFamily="16" charset="0"/>
              <a:ea typeface="Segoe UI" panose="020B0502040204020203" charset="0"/>
              <a:cs typeface="Segoe UI" panose="020B0502040204020203" charset="0"/>
            </a:endParaRPr>
          </a:p>
        </p:txBody>
      </p:sp>
      <p:sp>
        <p:nvSpPr>
          <p:cNvPr id="34817" name="Замещающий образ слайда 34816"/>
          <p:cNvSpPr txBox="1"/>
          <p:nvPr>
            <p:ph type="sldImg"/>
          </p:nvPr>
        </p:nvSpPr>
        <p:spPr>
          <a:xfrm>
            <a:off x="215900" y="812800"/>
            <a:ext cx="7127875" cy="4008438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000000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34818" name="Замещающий текст 34817"/>
          <p:cNvSpPr txBox="1"/>
          <p:nvPr>
            <p:ph type="body" idx="1"/>
          </p:nvPr>
        </p:nvSpPr>
        <p:spPr>
          <a:xfrm>
            <a:off x="755650" y="5078413"/>
            <a:ext cx="6048375" cy="4811712"/>
          </a:xfrm>
          <a:prstGeom prst="rect">
            <a:avLst/>
          </a:prstGeom>
          <a:noFill/>
          <a:ln w="9525">
            <a:noFill/>
          </a:ln>
        </p:spPr>
        <p:txBody>
          <a:bodyPr wrap="none" anchor="ctr" anchorCtr="0"/>
          <a:p>
            <a:pPr lvl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мещающий номер слайда 1"/>
          <p:cNvSpPr/>
          <p:nvPr>
            <p:ph type="sldNum" idx="2"/>
          </p:nvPr>
        </p:nvSpPr>
        <p:spPr/>
        <p:txBody>
          <a:bodyPr/>
          <a:p>
            <a:pPr lvl="0" algn="r" defTabSz="914400" eaLnBrk="1" hangingPunct="0">
              <a:lnSpc>
                <a:spcPct val="93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914400" algn="l"/>
                <a:tab pos="1828800" algn="l"/>
                <a:tab pos="2743200" algn="l"/>
              </a:tabLst>
            </a:pPr>
            <a:fld id="{9A0DB2DC-4C9A-4742-B13C-FB6460FD3503}" type="slidenum">
              <a:rPr lang="ru-RU" altLang="x-none" sz="1400" dirty="0" err="1">
                <a:solidFill>
                  <a:srgbClr val="000000"/>
                </a:solidFill>
                <a:latin typeface="Times New Roman" panose="02020603050405020304" pitchFamily="16" charset="0"/>
                <a:cs typeface="Segoe UI" panose="020B0502040204020203" charset="0"/>
              </a:rPr>
            </a:fld>
            <a:endParaRPr lang="ru-RU" altLang="x-none" sz="1400" dirty="0" err="1">
              <a:solidFill>
                <a:srgbClr val="000000"/>
              </a:solidFill>
              <a:latin typeface="Times New Roman" panose="02020603050405020304" pitchFamily="16" charset="0"/>
              <a:ea typeface="Segoe UI" panose="020B0502040204020203" charset="0"/>
              <a:cs typeface="Segoe UI" panose="020B0502040204020203" charset="0"/>
            </a:endParaRPr>
          </a:p>
        </p:txBody>
      </p:sp>
      <p:sp>
        <p:nvSpPr>
          <p:cNvPr id="35841" name="Замещающий образ слайда 35840"/>
          <p:cNvSpPr txBox="1"/>
          <p:nvPr>
            <p:ph type="sldImg"/>
          </p:nvPr>
        </p:nvSpPr>
        <p:spPr>
          <a:xfrm>
            <a:off x="215900" y="812800"/>
            <a:ext cx="7127875" cy="4008438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000000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35842" name="Замещающий текст 35841"/>
          <p:cNvSpPr txBox="1"/>
          <p:nvPr>
            <p:ph type="body" idx="1"/>
          </p:nvPr>
        </p:nvSpPr>
        <p:spPr>
          <a:xfrm>
            <a:off x="755650" y="5078413"/>
            <a:ext cx="6048375" cy="4811712"/>
          </a:xfrm>
          <a:prstGeom prst="rect">
            <a:avLst/>
          </a:prstGeom>
          <a:noFill/>
          <a:ln w="9525">
            <a:noFill/>
          </a:ln>
        </p:spPr>
        <p:txBody>
          <a:bodyPr wrap="none" anchor="ctr" anchorCtr="0"/>
          <a:p>
            <a:pPr lvl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мещающий номер слайда 1"/>
          <p:cNvSpPr/>
          <p:nvPr>
            <p:ph type="sldNum" idx="2"/>
          </p:nvPr>
        </p:nvSpPr>
        <p:spPr/>
        <p:txBody>
          <a:bodyPr/>
          <a:p>
            <a:pPr lvl="0" algn="r" defTabSz="914400" eaLnBrk="1" hangingPunct="0">
              <a:lnSpc>
                <a:spcPct val="93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914400" algn="l"/>
                <a:tab pos="1828800" algn="l"/>
                <a:tab pos="2743200" algn="l"/>
              </a:tabLst>
            </a:pPr>
            <a:fld id="{9A0DB2DC-4C9A-4742-B13C-FB6460FD3503}" type="slidenum">
              <a:rPr lang="ru-RU" altLang="x-none" sz="1400" dirty="0" err="1">
                <a:solidFill>
                  <a:srgbClr val="000000"/>
                </a:solidFill>
                <a:latin typeface="Times New Roman" panose="02020603050405020304" pitchFamily="16" charset="0"/>
                <a:cs typeface="Segoe UI" panose="020B0502040204020203" charset="0"/>
              </a:rPr>
            </a:fld>
            <a:endParaRPr lang="ru-RU" altLang="x-none" sz="1400" dirty="0" err="1">
              <a:solidFill>
                <a:srgbClr val="000000"/>
              </a:solidFill>
              <a:latin typeface="Times New Roman" panose="02020603050405020304" pitchFamily="16" charset="0"/>
              <a:ea typeface="Segoe UI" panose="020B0502040204020203" charset="0"/>
              <a:cs typeface="Segoe UI" panose="020B0502040204020203" charset="0"/>
            </a:endParaRPr>
          </a:p>
        </p:txBody>
      </p:sp>
      <p:sp>
        <p:nvSpPr>
          <p:cNvPr id="36865" name="Замещающий образ слайда 36864"/>
          <p:cNvSpPr txBox="1"/>
          <p:nvPr>
            <p:ph type="sldImg"/>
          </p:nvPr>
        </p:nvSpPr>
        <p:spPr>
          <a:xfrm>
            <a:off x="215900" y="812800"/>
            <a:ext cx="7127875" cy="4008438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000000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36866" name="Замещающий текст 36865"/>
          <p:cNvSpPr txBox="1"/>
          <p:nvPr>
            <p:ph type="body" idx="1"/>
          </p:nvPr>
        </p:nvSpPr>
        <p:spPr>
          <a:xfrm>
            <a:off x="755650" y="5078413"/>
            <a:ext cx="6048375" cy="4811712"/>
          </a:xfrm>
          <a:prstGeom prst="rect">
            <a:avLst/>
          </a:prstGeom>
          <a:noFill/>
          <a:ln w="9525">
            <a:noFill/>
          </a:ln>
        </p:spPr>
        <p:txBody>
          <a:bodyPr wrap="none" anchor="ctr" anchorCtr="0"/>
          <a:p>
            <a:pPr lvl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мещающий номер слайда 1"/>
          <p:cNvSpPr/>
          <p:nvPr>
            <p:ph type="sldNum" idx="2"/>
          </p:nvPr>
        </p:nvSpPr>
        <p:spPr/>
        <p:txBody>
          <a:bodyPr/>
          <a:p>
            <a:pPr lvl="0" algn="r" defTabSz="914400" eaLnBrk="1" hangingPunct="0">
              <a:lnSpc>
                <a:spcPct val="93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914400" algn="l"/>
                <a:tab pos="1828800" algn="l"/>
                <a:tab pos="2743200" algn="l"/>
              </a:tabLst>
            </a:pPr>
            <a:fld id="{9A0DB2DC-4C9A-4742-B13C-FB6460FD3503}" type="slidenum">
              <a:rPr lang="ru-RU" altLang="x-none" sz="1400" dirty="0" err="1">
                <a:solidFill>
                  <a:srgbClr val="000000"/>
                </a:solidFill>
                <a:latin typeface="Times New Roman" panose="02020603050405020304" pitchFamily="16" charset="0"/>
                <a:cs typeface="Segoe UI" panose="020B0502040204020203" charset="0"/>
              </a:rPr>
            </a:fld>
            <a:endParaRPr lang="ru-RU" altLang="x-none" sz="1400" dirty="0" err="1">
              <a:solidFill>
                <a:srgbClr val="000000"/>
              </a:solidFill>
              <a:latin typeface="Times New Roman" panose="02020603050405020304" pitchFamily="16" charset="0"/>
              <a:ea typeface="Segoe UI" panose="020B0502040204020203" charset="0"/>
              <a:cs typeface="Segoe UI" panose="020B0502040204020203" charset="0"/>
            </a:endParaRPr>
          </a:p>
        </p:txBody>
      </p:sp>
      <p:sp>
        <p:nvSpPr>
          <p:cNvPr id="37889" name="Замещающий образ слайда 37888"/>
          <p:cNvSpPr txBox="1"/>
          <p:nvPr>
            <p:ph type="sldImg"/>
          </p:nvPr>
        </p:nvSpPr>
        <p:spPr>
          <a:xfrm>
            <a:off x="215900" y="812800"/>
            <a:ext cx="7127875" cy="4008438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000000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37890" name="Замещающий текст 37889"/>
          <p:cNvSpPr txBox="1"/>
          <p:nvPr>
            <p:ph type="body" idx="1"/>
          </p:nvPr>
        </p:nvSpPr>
        <p:spPr>
          <a:xfrm>
            <a:off x="755650" y="5078413"/>
            <a:ext cx="6048375" cy="4811712"/>
          </a:xfrm>
          <a:prstGeom prst="rect">
            <a:avLst/>
          </a:prstGeom>
          <a:noFill/>
          <a:ln w="9525">
            <a:noFill/>
          </a:ln>
        </p:spPr>
        <p:txBody>
          <a:bodyPr wrap="none" anchor="ctr" anchorCtr="0"/>
          <a:p>
            <a:pPr lvl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мещающий номер слайда 1"/>
          <p:cNvSpPr/>
          <p:nvPr>
            <p:ph type="sldNum" idx="2"/>
          </p:nvPr>
        </p:nvSpPr>
        <p:spPr/>
        <p:txBody>
          <a:bodyPr/>
          <a:p>
            <a:pPr lvl="0" algn="r" defTabSz="914400" eaLnBrk="1" hangingPunct="0">
              <a:lnSpc>
                <a:spcPct val="93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914400" algn="l"/>
                <a:tab pos="1828800" algn="l"/>
                <a:tab pos="2743200" algn="l"/>
              </a:tabLst>
            </a:pPr>
            <a:fld id="{9A0DB2DC-4C9A-4742-B13C-FB6460FD3503}" type="slidenum">
              <a:rPr lang="ru-RU" altLang="x-none" sz="1400" dirty="0" err="1">
                <a:solidFill>
                  <a:srgbClr val="000000"/>
                </a:solidFill>
                <a:latin typeface="Times New Roman" panose="02020603050405020304" pitchFamily="16" charset="0"/>
                <a:cs typeface="Segoe UI" panose="020B0502040204020203" charset="0"/>
              </a:rPr>
            </a:fld>
            <a:endParaRPr lang="ru-RU" altLang="x-none" sz="1400" dirty="0" err="1">
              <a:solidFill>
                <a:srgbClr val="000000"/>
              </a:solidFill>
              <a:latin typeface="Times New Roman" panose="02020603050405020304" pitchFamily="16" charset="0"/>
              <a:ea typeface="Segoe UI" panose="020B0502040204020203" charset="0"/>
              <a:cs typeface="Segoe UI" panose="020B0502040204020203" charset="0"/>
            </a:endParaRPr>
          </a:p>
        </p:txBody>
      </p:sp>
      <p:sp>
        <p:nvSpPr>
          <p:cNvPr id="38913" name="Замещающий образ слайда 38912"/>
          <p:cNvSpPr txBox="1"/>
          <p:nvPr>
            <p:ph type="sldImg"/>
          </p:nvPr>
        </p:nvSpPr>
        <p:spPr>
          <a:xfrm>
            <a:off x="215900" y="812800"/>
            <a:ext cx="7127875" cy="4008438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000000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38914" name="Замещающий текст 38913"/>
          <p:cNvSpPr txBox="1"/>
          <p:nvPr>
            <p:ph type="body" idx="1"/>
          </p:nvPr>
        </p:nvSpPr>
        <p:spPr>
          <a:xfrm>
            <a:off x="755650" y="5078413"/>
            <a:ext cx="6048375" cy="4811712"/>
          </a:xfrm>
          <a:prstGeom prst="rect">
            <a:avLst/>
          </a:prstGeom>
          <a:noFill/>
          <a:ln w="9525">
            <a:noFill/>
          </a:ln>
        </p:spPr>
        <p:txBody>
          <a:bodyPr wrap="none" anchor="ctr" anchorCtr="0"/>
          <a:p>
            <a:pPr lvl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7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9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9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9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9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9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9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9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9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9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9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0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0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0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0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0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0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0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0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0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628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1600200"/>
            <a:ext cx="8229600" cy="4526280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5183188" y="987425"/>
            <a:ext cx="3023600" cy="48720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30200" y="987425"/>
            <a:ext cx="3023600" cy="48720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5297" y="457200"/>
            <a:ext cx="2628503" cy="5402263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9788" y="457200"/>
            <a:ext cx="7733132" cy="5402263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5183188" y="987425"/>
            <a:ext cx="3023600" cy="48720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30200" y="987425"/>
            <a:ext cx="3023600" cy="48720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5297" y="457200"/>
            <a:ext cx="2628503" cy="5402263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9788" y="457200"/>
            <a:ext cx="7733132" cy="5402263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51866" cy="434975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200347" y="1825625"/>
            <a:ext cx="5151866" cy="434975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3710" y="365125"/>
            <a:ext cx="2628503" cy="5810250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3133" cy="5810250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365125"/>
            <a:ext cx="3789029" cy="581025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4781884" y="365125"/>
            <a:ext cx="3789029" cy="581025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3710" y="365125"/>
            <a:ext cx="2628503" cy="5810250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3133" cy="5810250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51866" cy="434975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200347" y="1825625"/>
            <a:ext cx="5151866" cy="434975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3710" y="365125"/>
            <a:ext cx="2628503" cy="5810250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3133" cy="5810250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1850" y="4589463"/>
            <a:ext cx="5151866" cy="14986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93997" y="4589463"/>
            <a:ext cx="5151866" cy="14986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17360" y="1709738"/>
            <a:ext cx="2628503" cy="4378325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1850" y="1709738"/>
            <a:ext cx="7733133" cy="4378325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628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1600200"/>
            <a:ext cx="8229600" cy="4526280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2537428" cy="434975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3479197" y="1825625"/>
            <a:ext cx="2537428" cy="434975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3710" y="365125"/>
            <a:ext cx="2628503" cy="5810250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3133" cy="5810250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4955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628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4955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4955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4955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1600200"/>
            <a:ext cx="8229600" cy="4526280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9788" y="1681163"/>
            <a:ext cx="2526538" cy="822325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3469450" y="1681163"/>
            <a:ext cx="2526538" cy="822325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5297" y="365125"/>
            <a:ext cx="2628503" cy="2138363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9788" y="365125"/>
            <a:ext cx="7733132" cy="2138363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2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2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51866" cy="434975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200347" y="1825625"/>
            <a:ext cx="5151866" cy="434975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2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2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3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3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3710" y="365125"/>
            <a:ext cx="2628503" cy="5810250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3133" cy="5810250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0.xml"/><Relationship Id="rId8" Type="http://schemas.openxmlformats.org/officeDocument/2006/relationships/slideLayout" Target="../slideLayouts/slideLayout19.xml"/><Relationship Id="rId7" Type="http://schemas.openxmlformats.org/officeDocument/2006/relationships/slideLayout" Target="../slideLayouts/slideLayout18.xml"/><Relationship Id="rId6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3.xml"/><Relationship Id="rId12" Type="http://schemas.openxmlformats.org/officeDocument/2006/relationships/theme" Target="../theme/theme2.xml"/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" Type="http://schemas.openxmlformats.org/officeDocument/2006/relationships/slideLayout" Target="../slideLayouts/slideLayout12.xml"/></Relationships>
</file>

<file path=ppt/slideMasters/_rels/slideMaster3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31.xml"/><Relationship Id="rId8" Type="http://schemas.openxmlformats.org/officeDocument/2006/relationships/slideLayout" Target="../slideLayouts/slideLayout30.xml"/><Relationship Id="rId7" Type="http://schemas.openxmlformats.org/officeDocument/2006/relationships/slideLayout" Target="../slideLayouts/slideLayout29.xml"/><Relationship Id="rId6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7.xml"/><Relationship Id="rId4" Type="http://schemas.openxmlformats.org/officeDocument/2006/relationships/slideLayout" Target="../slideLayouts/slideLayout26.xml"/><Relationship Id="rId3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4.xml"/><Relationship Id="rId12" Type="http://schemas.openxmlformats.org/officeDocument/2006/relationships/theme" Target="../theme/theme3.xml"/><Relationship Id="rId11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32.xml"/><Relationship Id="rId1" Type="http://schemas.openxmlformats.org/officeDocument/2006/relationships/slideLayout" Target="../slideLayouts/slideLayout23.xml"/></Relationships>
</file>

<file path=ppt/slideMasters/_rels/slideMaster4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42.xml"/><Relationship Id="rId8" Type="http://schemas.openxmlformats.org/officeDocument/2006/relationships/slideLayout" Target="../slideLayouts/slideLayout41.xml"/><Relationship Id="rId7" Type="http://schemas.openxmlformats.org/officeDocument/2006/relationships/slideLayout" Target="../slideLayouts/slideLayout40.xml"/><Relationship Id="rId6" Type="http://schemas.openxmlformats.org/officeDocument/2006/relationships/slideLayout" Target="../slideLayouts/slideLayout39.xml"/><Relationship Id="rId5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7.xml"/><Relationship Id="rId3" Type="http://schemas.openxmlformats.org/officeDocument/2006/relationships/slideLayout" Target="../slideLayouts/slideLayout36.xml"/><Relationship Id="rId2" Type="http://schemas.openxmlformats.org/officeDocument/2006/relationships/slideLayout" Target="../slideLayouts/slideLayout35.xml"/><Relationship Id="rId12" Type="http://schemas.openxmlformats.org/officeDocument/2006/relationships/theme" Target="../theme/theme4.xml"/><Relationship Id="rId11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43.xml"/><Relationship Id="rId1" Type="http://schemas.openxmlformats.org/officeDocument/2006/relationships/slideLayout" Target="../slideLayouts/slideLayout34.xml"/></Relationships>
</file>

<file path=ppt/slideMasters/_rels/slideMaster5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53.xml"/><Relationship Id="rId8" Type="http://schemas.openxmlformats.org/officeDocument/2006/relationships/slideLayout" Target="../slideLayouts/slideLayout52.xml"/><Relationship Id="rId7" Type="http://schemas.openxmlformats.org/officeDocument/2006/relationships/slideLayout" Target="../slideLayouts/slideLayout51.xml"/><Relationship Id="rId6" Type="http://schemas.openxmlformats.org/officeDocument/2006/relationships/slideLayout" Target="../slideLayouts/slideLayout50.xml"/><Relationship Id="rId5" Type="http://schemas.openxmlformats.org/officeDocument/2006/relationships/slideLayout" Target="../slideLayouts/slideLayout49.xml"/><Relationship Id="rId4" Type="http://schemas.openxmlformats.org/officeDocument/2006/relationships/slideLayout" Target="../slideLayouts/slideLayout48.xml"/><Relationship Id="rId3" Type="http://schemas.openxmlformats.org/officeDocument/2006/relationships/slideLayout" Target="../slideLayouts/slideLayout47.xml"/><Relationship Id="rId2" Type="http://schemas.openxmlformats.org/officeDocument/2006/relationships/slideLayout" Target="../slideLayouts/slideLayout46.xml"/><Relationship Id="rId12" Type="http://schemas.openxmlformats.org/officeDocument/2006/relationships/theme" Target="../theme/theme5.xml"/><Relationship Id="rId11" Type="http://schemas.openxmlformats.org/officeDocument/2006/relationships/slideLayout" Target="../slideLayouts/slideLayout55.xml"/><Relationship Id="rId10" Type="http://schemas.openxmlformats.org/officeDocument/2006/relationships/slideLayout" Target="../slideLayouts/slideLayout54.xml"/><Relationship Id="rId1" Type="http://schemas.openxmlformats.org/officeDocument/2006/relationships/slideLayout" Target="../slideLayouts/slideLayout45.xml"/></Relationships>
</file>

<file path=ppt/slideMasters/_rels/slideMaster6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64.xml"/><Relationship Id="rId8" Type="http://schemas.openxmlformats.org/officeDocument/2006/relationships/slideLayout" Target="../slideLayouts/slideLayout63.xml"/><Relationship Id="rId7" Type="http://schemas.openxmlformats.org/officeDocument/2006/relationships/slideLayout" Target="../slideLayouts/slideLayout62.xml"/><Relationship Id="rId6" Type="http://schemas.openxmlformats.org/officeDocument/2006/relationships/slideLayout" Target="../slideLayouts/slideLayout61.xml"/><Relationship Id="rId5" Type="http://schemas.openxmlformats.org/officeDocument/2006/relationships/slideLayout" Target="../slideLayouts/slideLayout60.xml"/><Relationship Id="rId4" Type="http://schemas.openxmlformats.org/officeDocument/2006/relationships/slideLayout" Target="../slideLayouts/slideLayout59.xml"/><Relationship Id="rId3" Type="http://schemas.openxmlformats.org/officeDocument/2006/relationships/slideLayout" Target="../slideLayouts/slideLayout58.xml"/><Relationship Id="rId2" Type="http://schemas.openxmlformats.org/officeDocument/2006/relationships/slideLayout" Target="../slideLayouts/slideLayout57.xml"/><Relationship Id="rId12" Type="http://schemas.openxmlformats.org/officeDocument/2006/relationships/theme" Target="../theme/theme6.xml"/><Relationship Id="rId11" Type="http://schemas.openxmlformats.org/officeDocument/2006/relationships/slideLayout" Target="../slideLayouts/slideLayout66.xml"/><Relationship Id="rId10" Type="http://schemas.openxmlformats.org/officeDocument/2006/relationships/slideLayout" Target="../slideLayouts/slideLayout65.xml"/><Relationship Id="rId1" Type="http://schemas.openxmlformats.org/officeDocument/2006/relationships/slideLayout" Target="../slideLayouts/slideLayout56.xml"/></Relationships>
</file>

<file path=ppt/slideMasters/_rels/slideMaster7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75.xml"/><Relationship Id="rId8" Type="http://schemas.openxmlformats.org/officeDocument/2006/relationships/slideLayout" Target="../slideLayouts/slideLayout74.xml"/><Relationship Id="rId7" Type="http://schemas.openxmlformats.org/officeDocument/2006/relationships/slideLayout" Target="../slideLayouts/slideLayout73.xml"/><Relationship Id="rId6" Type="http://schemas.openxmlformats.org/officeDocument/2006/relationships/slideLayout" Target="../slideLayouts/slideLayout72.xml"/><Relationship Id="rId5" Type="http://schemas.openxmlformats.org/officeDocument/2006/relationships/slideLayout" Target="../slideLayouts/slideLayout71.xml"/><Relationship Id="rId4" Type="http://schemas.openxmlformats.org/officeDocument/2006/relationships/slideLayout" Target="../slideLayouts/slideLayout70.xml"/><Relationship Id="rId3" Type="http://schemas.openxmlformats.org/officeDocument/2006/relationships/slideLayout" Target="../slideLayouts/slideLayout69.xml"/><Relationship Id="rId2" Type="http://schemas.openxmlformats.org/officeDocument/2006/relationships/slideLayout" Target="../slideLayouts/slideLayout68.xml"/><Relationship Id="rId12" Type="http://schemas.openxmlformats.org/officeDocument/2006/relationships/theme" Target="../theme/theme7.xml"/><Relationship Id="rId11" Type="http://schemas.openxmlformats.org/officeDocument/2006/relationships/slideLayout" Target="../slideLayouts/slideLayout77.xml"/><Relationship Id="rId10" Type="http://schemas.openxmlformats.org/officeDocument/2006/relationships/slideLayout" Target="../slideLayouts/slideLayout76.xml"/><Relationship Id="rId1" Type="http://schemas.openxmlformats.org/officeDocument/2006/relationships/slideLayout" Target="../slideLayouts/slideLayout67.xml"/></Relationships>
</file>

<file path=ppt/slideMasters/_rels/slideMaster8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86.xml"/><Relationship Id="rId8" Type="http://schemas.openxmlformats.org/officeDocument/2006/relationships/slideLayout" Target="../slideLayouts/slideLayout85.xml"/><Relationship Id="rId7" Type="http://schemas.openxmlformats.org/officeDocument/2006/relationships/slideLayout" Target="../slideLayouts/slideLayout84.xml"/><Relationship Id="rId6" Type="http://schemas.openxmlformats.org/officeDocument/2006/relationships/slideLayout" Target="../slideLayouts/slideLayout83.xml"/><Relationship Id="rId5" Type="http://schemas.openxmlformats.org/officeDocument/2006/relationships/slideLayout" Target="../slideLayouts/slideLayout82.xml"/><Relationship Id="rId4" Type="http://schemas.openxmlformats.org/officeDocument/2006/relationships/slideLayout" Target="../slideLayouts/slideLayout81.xml"/><Relationship Id="rId3" Type="http://schemas.openxmlformats.org/officeDocument/2006/relationships/slideLayout" Target="../slideLayouts/slideLayout80.xml"/><Relationship Id="rId2" Type="http://schemas.openxmlformats.org/officeDocument/2006/relationships/slideLayout" Target="../slideLayouts/slideLayout79.xml"/><Relationship Id="rId12" Type="http://schemas.openxmlformats.org/officeDocument/2006/relationships/theme" Target="../theme/theme8.xml"/><Relationship Id="rId11" Type="http://schemas.openxmlformats.org/officeDocument/2006/relationships/slideLayout" Target="../slideLayouts/slideLayout88.xml"/><Relationship Id="rId10" Type="http://schemas.openxmlformats.org/officeDocument/2006/relationships/slideLayout" Target="../slideLayouts/slideLayout87.xml"/><Relationship Id="rId1" Type="http://schemas.openxmlformats.org/officeDocument/2006/relationships/slideLayout" Target="../slideLayouts/slideLayout78.xml"/></Relationships>
</file>

<file path=ppt/slideMasters/_rels/slideMaster9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7.xml"/><Relationship Id="rId8" Type="http://schemas.openxmlformats.org/officeDocument/2006/relationships/slideLayout" Target="../slideLayouts/slideLayout96.xml"/><Relationship Id="rId7" Type="http://schemas.openxmlformats.org/officeDocument/2006/relationships/slideLayout" Target="../slideLayouts/slideLayout95.xml"/><Relationship Id="rId6" Type="http://schemas.openxmlformats.org/officeDocument/2006/relationships/slideLayout" Target="../slideLayouts/slideLayout94.xml"/><Relationship Id="rId5" Type="http://schemas.openxmlformats.org/officeDocument/2006/relationships/slideLayout" Target="../slideLayouts/slideLayout93.xml"/><Relationship Id="rId4" Type="http://schemas.openxmlformats.org/officeDocument/2006/relationships/slideLayout" Target="../slideLayouts/slideLayout92.xml"/><Relationship Id="rId3" Type="http://schemas.openxmlformats.org/officeDocument/2006/relationships/slideLayout" Target="../slideLayouts/slideLayout91.xml"/><Relationship Id="rId2" Type="http://schemas.openxmlformats.org/officeDocument/2006/relationships/slideLayout" Target="../slideLayouts/slideLayout90.xml"/><Relationship Id="rId12" Type="http://schemas.openxmlformats.org/officeDocument/2006/relationships/theme" Target="../theme/theme9.xml"/><Relationship Id="rId11" Type="http://schemas.openxmlformats.org/officeDocument/2006/relationships/slideLayout" Target="../slideLayouts/slideLayout99.xml"/><Relationship Id="rId10" Type="http://schemas.openxmlformats.org/officeDocument/2006/relationships/slideLayout" Target="../slideLayouts/slideLayout98.xml"/><Relationship Id="rId1" Type="http://schemas.openxmlformats.org/officeDocument/2006/relationships/slideLayout" Target="../slideLayouts/slideLayout89.xml"/></Relationships>
</file>

<file path=ppt/slideMasters/_rels/slideMaster10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08.xml"/><Relationship Id="rId8" Type="http://schemas.openxmlformats.org/officeDocument/2006/relationships/slideLayout" Target="../slideLayouts/slideLayout107.xml"/><Relationship Id="rId7" Type="http://schemas.openxmlformats.org/officeDocument/2006/relationships/slideLayout" Target="../slideLayouts/slideLayout106.xml"/><Relationship Id="rId6" Type="http://schemas.openxmlformats.org/officeDocument/2006/relationships/slideLayout" Target="../slideLayouts/slideLayout105.xml"/><Relationship Id="rId5" Type="http://schemas.openxmlformats.org/officeDocument/2006/relationships/slideLayout" Target="../slideLayouts/slideLayout104.xml"/><Relationship Id="rId4" Type="http://schemas.openxmlformats.org/officeDocument/2006/relationships/slideLayout" Target="../slideLayouts/slideLayout103.xml"/><Relationship Id="rId3" Type="http://schemas.openxmlformats.org/officeDocument/2006/relationships/slideLayout" Target="../slideLayouts/slideLayout102.xml"/><Relationship Id="rId2" Type="http://schemas.openxmlformats.org/officeDocument/2006/relationships/slideLayout" Target="../slideLayouts/slideLayout101.xml"/><Relationship Id="rId12" Type="http://schemas.openxmlformats.org/officeDocument/2006/relationships/theme" Target="../theme/theme10.xml"/><Relationship Id="rId11" Type="http://schemas.openxmlformats.org/officeDocument/2006/relationships/slideLayout" Target="../slideLayouts/slideLayout110.xml"/><Relationship Id="rId10" Type="http://schemas.openxmlformats.org/officeDocument/2006/relationships/slideLayout" Target="../slideLayouts/slideLayout109.xml"/><Relationship Id="rId1" Type="http://schemas.openxmlformats.org/officeDocument/2006/relationships/slideLayout" Target="../slideLayouts/slideLayout100.xml"/></Relationships>
</file>

<file path=ppt/slideMasters/_rels/slideMaster1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19.xml"/><Relationship Id="rId8" Type="http://schemas.openxmlformats.org/officeDocument/2006/relationships/slideLayout" Target="../slideLayouts/slideLayout118.xml"/><Relationship Id="rId7" Type="http://schemas.openxmlformats.org/officeDocument/2006/relationships/slideLayout" Target="../slideLayouts/slideLayout117.xml"/><Relationship Id="rId6" Type="http://schemas.openxmlformats.org/officeDocument/2006/relationships/slideLayout" Target="../slideLayouts/slideLayout116.xml"/><Relationship Id="rId5" Type="http://schemas.openxmlformats.org/officeDocument/2006/relationships/slideLayout" Target="../slideLayouts/slideLayout115.xml"/><Relationship Id="rId4" Type="http://schemas.openxmlformats.org/officeDocument/2006/relationships/slideLayout" Target="../slideLayouts/slideLayout114.xml"/><Relationship Id="rId3" Type="http://schemas.openxmlformats.org/officeDocument/2006/relationships/slideLayout" Target="../slideLayouts/slideLayout113.xml"/><Relationship Id="rId2" Type="http://schemas.openxmlformats.org/officeDocument/2006/relationships/slideLayout" Target="../slideLayouts/slideLayout112.xml"/><Relationship Id="rId12" Type="http://schemas.openxmlformats.org/officeDocument/2006/relationships/theme" Target="../theme/theme11.xml"/><Relationship Id="rId11" Type="http://schemas.openxmlformats.org/officeDocument/2006/relationships/slideLayout" Target="../slideLayouts/slideLayout121.xml"/><Relationship Id="rId10" Type="http://schemas.openxmlformats.org/officeDocument/2006/relationships/slideLayout" Target="../slideLayouts/slideLayout120.xml"/><Relationship Id="rId1" Type="http://schemas.openxmlformats.org/officeDocument/2006/relationships/slideLayout" Target="../slideLayouts/slideLayout111.xml"/></Relationships>
</file>

<file path=ppt/slideMasters/_rels/slideMaster1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30.xml"/><Relationship Id="rId8" Type="http://schemas.openxmlformats.org/officeDocument/2006/relationships/slideLayout" Target="../slideLayouts/slideLayout129.xml"/><Relationship Id="rId7" Type="http://schemas.openxmlformats.org/officeDocument/2006/relationships/slideLayout" Target="../slideLayouts/slideLayout128.xml"/><Relationship Id="rId6" Type="http://schemas.openxmlformats.org/officeDocument/2006/relationships/slideLayout" Target="../slideLayouts/slideLayout127.xml"/><Relationship Id="rId5" Type="http://schemas.openxmlformats.org/officeDocument/2006/relationships/slideLayout" Target="../slideLayouts/slideLayout126.xml"/><Relationship Id="rId4" Type="http://schemas.openxmlformats.org/officeDocument/2006/relationships/slideLayout" Target="../slideLayouts/slideLayout125.xml"/><Relationship Id="rId3" Type="http://schemas.openxmlformats.org/officeDocument/2006/relationships/slideLayout" Target="../slideLayouts/slideLayout124.xml"/><Relationship Id="rId2" Type="http://schemas.openxmlformats.org/officeDocument/2006/relationships/slideLayout" Target="../slideLayouts/slideLayout123.xml"/><Relationship Id="rId12" Type="http://schemas.openxmlformats.org/officeDocument/2006/relationships/theme" Target="../theme/theme12.xml"/><Relationship Id="rId11" Type="http://schemas.openxmlformats.org/officeDocument/2006/relationships/slideLayout" Target="../slideLayouts/slideLayout132.xml"/><Relationship Id="rId10" Type="http://schemas.openxmlformats.org/officeDocument/2006/relationships/slideLayout" Target="../slideLayouts/slideLayout131.xml"/><Relationship Id="rId1" Type="http://schemas.openxmlformats.org/officeDocument/2006/relationships/slideLayout" Target="../slideLayouts/slideLayout1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025" name="Заголовок 1024"/>
          <p:cNvSpPr>
            <a:spLocks noGrp="1"/>
          </p:cNvSpPr>
          <p:nvPr>
            <p:ph type="title"/>
          </p:nvPr>
        </p:nvSpPr>
        <p:spPr>
          <a:xfrm>
            <a:off x="1524000" y="1122363"/>
            <a:ext cx="9142413" cy="2384425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b" anchorCtr="0"/>
          <a:p>
            <a:pPr lvl="0"/>
            <a:r>
              <a:rPr dirty="0"/>
              <a:t>Образец заголовка</a:t>
            </a:r>
            <a:endParaRPr dirty="0"/>
          </a:p>
        </p:txBody>
      </p:sp>
      <p:sp>
        <p:nvSpPr>
          <p:cNvPr id="1026" name="Замещающая дата 1025"/>
          <p:cNvSpPr>
            <a:spLocks noGrp="1"/>
          </p:cNvSpPr>
          <p:nvPr>
            <p:ph type="dt"/>
          </p:nvPr>
        </p:nvSpPr>
        <p:spPr>
          <a:xfrm>
            <a:off x="838200" y="6356350"/>
            <a:ext cx="27416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l">
              <a:defRPr sz="1200">
                <a:solidFill>
                  <a:srgbClr val="8B8B8B"/>
                </a:solidFill>
                <a:latin typeface="Calibri" panose="020F0502020204030204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1027" name="Замещающий нижний колонтитул 1026"/>
          <p:cNvSpPr>
            <a:spLocks noGrp="1"/>
          </p:cNvSpPr>
          <p:nvPr>
            <p:ph type="ftr"/>
          </p:nvPr>
        </p:nvSpPr>
        <p:spPr>
          <a:xfrm>
            <a:off x="4038600" y="6356350"/>
            <a:ext cx="41132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ctr">
              <a:defRPr sz="1400">
                <a:solidFill>
                  <a:srgbClr val="000000"/>
                </a:solidFill>
                <a:latin typeface="Times New Roman" panose="02020603050405020304" pitchFamily="16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1028" name="Замещающий номер слайда 1027"/>
          <p:cNvSpPr>
            <a:spLocks noGrp="1"/>
          </p:cNvSpPr>
          <p:nvPr>
            <p:ph type="sldNum"/>
          </p:nvPr>
        </p:nvSpPr>
        <p:spPr>
          <a:xfrm>
            <a:off x="8610600" y="6356350"/>
            <a:ext cx="27416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r">
              <a:defRPr sz="1200">
                <a:solidFill>
                  <a:srgbClr val="8B8B8B"/>
                </a:solidFill>
                <a:latin typeface="Calibri" panose="020F0502020204030204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marL="0" lvl="0" indent="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j-lt"/>
          <a:ea typeface="+mj-ea"/>
          <a:cs typeface="+mj-cs"/>
        </a:defRPr>
      </a:lvl1pPr>
      <a:lvl2pPr marL="742950" lvl="1" indent="-28575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2pPr>
      <a:lvl3pPr marL="1143000" lvl="2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3pPr>
      <a:lvl4pPr marL="1600200" lvl="3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4pPr>
      <a:lvl5pPr marL="2057400" lvl="4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5pPr>
    </p:titleStyle>
    <p:bodyStyle>
      <a:lvl1pPr marL="342900" lvl="0" indent="-342900" algn="l" defTabSz="914400" rtl="0" eaLnBrk="1" fontAlgn="base" latinLnBrk="0" hangingPunct="1">
        <a:lnSpc>
          <a:spcPct val="83000"/>
        </a:lnSpc>
        <a:spcBef>
          <a:spcPts val="142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n-lt"/>
          <a:ea typeface="+mn-ea"/>
          <a:cs typeface="+mn-cs"/>
        </a:defRPr>
      </a:lvl1pPr>
      <a:lvl2pPr marL="742950" lvl="1" indent="-285750" algn="l" defTabSz="914400" rtl="0" eaLnBrk="1" fontAlgn="base" latinLnBrk="0" hangingPunct="1">
        <a:lnSpc>
          <a:spcPct val="83000"/>
        </a:lnSpc>
        <a:spcBef>
          <a:spcPts val="114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2pPr>
      <a:lvl3pPr marL="1143000" lvl="2" indent="-228600" algn="l" defTabSz="914400" rtl="0" eaLnBrk="1" fontAlgn="base" latinLnBrk="0" hangingPunct="1">
        <a:lnSpc>
          <a:spcPct val="83000"/>
        </a:lnSpc>
        <a:spcBef>
          <a:spcPts val="86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3pPr>
      <a:lvl4pPr marL="1600200" lvl="3" indent="-228600" algn="l" defTabSz="914400" rtl="0" eaLnBrk="1" fontAlgn="base" latinLnBrk="0" hangingPunct="1">
        <a:lnSpc>
          <a:spcPct val="83000"/>
        </a:lnSpc>
        <a:spcBef>
          <a:spcPts val="57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4pPr>
      <a:lvl5pPr marL="2057400" lvl="4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5pPr>
      <a:lvl6pPr marL="2514600" lvl="5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6pPr>
      <a:lvl7pPr marL="2971800" lvl="6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7pPr>
      <a:lvl8pPr marL="3429000" lvl="7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8pPr>
      <a:lvl9pPr marL="3886200" lvl="8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9pPr>
    </p:bodyStyle>
    <p:otherStyle>
      <a:lvl1pPr marL="0" lvl="0" indent="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n-lt"/>
          <a:ea typeface="+mn-ea"/>
          <a:cs typeface="+mn-cs"/>
        </a:defRPr>
      </a:lvl1pPr>
      <a:lvl2pPr marL="742950" lvl="1" indent="-28575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2pPr>
      <a:lvl3pPr marL="1143000" lvl="2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3pPr>
      <a:lvl4pPr marL="1600200" lvl="3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4pPr>
      <a:lvl5pPr marL="2057400" lvl="4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5pPr>
      <a:lvl6pPr marL="2286000" lvl="5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6pPr>
      <a:lvl7pPr marL="2743200" lvl="6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7pPr>
      <a:lvl8pPr marL="3200400" lvl="7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8pPr>
      <a:lvl9pPr marL="3657600" lvl="8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049" name="Заголовок 2048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0650" cy="1598613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b" anchorCtr="0"/>
          <a:p>
            <a:pPr lvl="0"/>
            <a:r>
              <a:rPr dirty="0"/>
              <a:t>Образец заголовка</a:t>
            </a:r>
            <a:endParaRPr dirty="0"/>
          </a:p>
        </p:txBody>
      </p:sp>
      <p:sp>
        <p:nvSpPr>
          <p:cNvPr id="2050" name="Замещающий текст 2049"/>
          <p:cNvSpPr>
            <a:spLocks noGrp="1"/>
          </p:cNvSpPr>
          <p:nvPr>
            <p:ph type="body" idx="1"/>
          </p:nvPr>
        </p:nvSpPr>
        <p:spPr>
          <a:xfrm>
            <a:off x="5183188" y="987425"/>
            <a:ext cx="6170612" cy="4872038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t" anchorCtr="0"/>
          <a:p>
            <a:pPr lvl="0"/>
            <a:r>
              <a:rPr dirty="0"/>
              <a:t>Образец текста</a:t>
            </a:r>
            <a:endParaRPr dirty="0"/>
          </a:p>
          <a:p>
            <a:pPr lvl="1"/>
            <a:r>
              <a:rPr dirty="0"/>
              <a:t>Второй уровень</a:t>
            </a:r>
            <a:endParaRPr dirty="0"/>
          </a:p>
          <a:p>
            <a:pPr lvl="2"/>
            <a:r>
              <a:rPr dirty="0"/>
              <a:t>Третий уровень</a:t>
            </a:r>
            <a:endParaRPr dirty="0"/>
          </a:p>
          <a:p>
            <a:pPr lvl="3"/>
            <a:r>
              <a:rPr dirty="0"/>
              <a:t>Четвертый уровень</a:t>
            </a:r>
            <a:endParaRPr dirty="0"/>
          </a:p>
          <a:p>
            <a:pPr lvl="4"/>
            <a:r>
              <a:rPr dirty="0"/>
              <a:t>Пятый уровень</a:t>
            </a:r>
            <a:endParaRPr dirty="0"/>
          </a:p>
        </p:txBody>
      </p:sp>
      <p:sp>
        <p:nvSpPr>
          <p:cNvPr id="2051" name="Замещающая дата 2050"/>
          <p:cNvSpPr>
            <a:spLocks noGrp="1"/>
          </p:cNvSpPr>
          <p:nvPr>
            <p:ph type="dt"/>
          </p:nvPr>
        </p:nvSpPr>
        <p:spPr>
          <a:xfrm>
            <a:off x="838200" y="6356350"/>
            <a:ext cx="27416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l">
              <a:defRPr sz="1200">
                <a:solidFill>
                  <a:srgbClr val="8B8B8B"/>
                </a:solidFill>
                <a:latin typeface="Calibri" panose="020F0502020204030204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2052" name="Замещающий нижний колонтитул 2051"/>
          <p:cNvSpPr>
            <a:spLocks noGrp="1"/>
          </p:cNvSpPr>
          <p:nvPr>
            <p:ph type="ftr"/>
          </p:nvPr>
        </p:nvSpPr>
        <p:spPr>
          <a:xfrm>
            <a:off x="4038600" y="6356350"/>
            <a:ext cx="41132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ctr">
              <a:defRPr sz="1400">
                <a:solidFill>
                  <a:srgbClr val="000000"/>
                </a:solidFill>
                <a:latin typeface="Times New Roman" panose="02020603050405020304" pitchFamily="16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2053" name="Замещающий номер слайда 2052"/>
          <p:cNvSpPr>
            <a:spLocks noGrp="1"/>
          </p:cNvSpPr>
          <p:nvPr>
            <p:ph type="sldNum"/>
          </p:nvPr>
        </p:nvSpPr>
        <p:spPr>
          <a:xfrm>
            <a:off x="8610600" y="6356350"/>
            <a:ext cx="27416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r">
              <a:defRPr sz="1200">
                <a:solidFill>
                  <a:srgbClr val="8B8B8B"/>
                </a:solidFill>
                <a:latin typeface="Calibri" panose="020F0502020204030204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sldNum="0" hdr="0" ftr="0" dt="0"/>
  <p:txStyles>
    <p:titleStyle>
      <a:lvl1pPr marL="0" lvl="0" indent="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j-lt"/>
          <a:ea typeface="+mj-ea"/>
          <a:cs typeface="+mj-cs"/>
        </a:defRPr>
      </a:lvl1pPr>
      <a:lvl2pPr marL="742950" lvl="1" indent="-28575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2pPr>
      <a:lvl3pPr marL="1143000" lvl="2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3pPr>
      <a:lvl4pPr marL="1600200" lvl="3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4pPr>
      <a:lvl5pPr marL="2057400" lvl="4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5pPr>
    </p:titleStyle>
    <p:bodyStyle>
      <a:lvl1pPr marL="342900" lvl="0" indent="-342900" algn="l" defTabSz="914400" rtl="0" eaLnBrk="1" fontAlgn="base" latinLnBrk="0" hangingPunct="1">
        <a:lnSpc>
          <a:spcPct val="83000"/>
        </a:lnSpc>
        <a:spcBef>
          <a:spcPts val="142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n-lt"/>
          <a:ea typeface="+mn-ea"/>
          <a:cs typeface="+mn-cs"/>
        </a:defRPr>
      </a:lvl1pPr>
      <a:lvl2pPr marL="742950" lvl="1" indent="-285750" algn="l" defTabSz="914400" rtl="0" eaLnBrk="1" fontAlgn="base" latinLnBrk="0" hangingPunct="1">
        <a:lnSpc>
          <a:spcPct val="83000"/>
        </a:lnSpc>
        <a:spcBef>
          <a:spcPts val="114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2pPr>
      <a:lvl3pPr marL="1143000" lvl="2" indent="-228600" algn="l" defTabSz="914400" rtl="0" eaLnBrk="1" fontAlgn="base" latinLnBrk="0" hangingPunct="1">
        <a:lnSpc>
          <a:spcPct val="83000"/>
        </a:lnSpc>
        <a:spcBef>
          <a:spcPts val="86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3pPr>
      <a:lvl4pPr marL="1600200" lvl="3" indent="-228600" algn="l" defTabSz="914400" rtl="0" eaLnBrk="1" fontAlgn="base" latinLnBrk="0" hangingPunct="1">
        <a:lnSpc>
          <a:spcPct val="83000"/>
        </a:lnSpc>
        <a:spcBef>
          <a:spcPts val="57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4pPr>
      <a:lvl5pPr marL="2057400" lvl="4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5pPr>
      <a:lvl6pPr marL="2514600" lvl="5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6pPr>
      <a:lvl7pPr marL="2971800" lvl="6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7pPr>
      <a:lvl8pPr marL="3429000" lvl="7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8pPr>
      <a:lvl9pPr marL="3886200" lvl="8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9pPr>
    </p:bodyStyle>
    <p:otherStyle>
      <a:lvl1pPr marL="0" lvl="0" indent="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n-lt"/>
          <a:ea typeface="+mn-ea"/>
          <a:cs typeface="+mn-cs"/>
        </a:defRPr>
      </a:lvl1pPr>
      <a:lvl2pPr marL="742950" lvl="1" indent="-28575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2pPr>
      <a:lvl3pPr marL="1143000" lvl="2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3pPr>
      <a:lvl4pPr marL="1600200" lvl="3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4pPr>
      <a:lvl5pPr marL="2057400" lvl="4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5pPr>
      <a:lvl6pPr marL="2286000" lvl="5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6pPr>
      <a:lvl7pPr marL="2743200" lvl="6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7pPr>
      <a:lvl8pPr marL="3200400" lvl="7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8pPr>
      <a:lvl9pPr marL="3657600" lvl="8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073" name="Заголовок 3072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0650" cy="1598613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b" anchorCtr="0"/>
          <a:p>
            <a:pPr lvl="0"/>
            <a:r>
              <a:rPr dirty="0"/>
              <a:t>Образец заголовка</a:t>
            </a:r>
            <a:endParaRPr dirty="0"/>
          </a:p>
        </p:txBody>
      </p:sp>
      <p:sp>
        <p:nvSpPr>
          <p:cNvPr id="3074" name="Замещающий текст 3073"/>
          <p:cNvSpPr>
            <a:spLocks noGrp="1"/>
          </p:cNvSpPr>
          <p:nvPr>
            <p:ph type="body" idx="1"/>
          </p:nvPr>
        </p:nvSpPr>
        <p:spPr>
          <a:xfrm>
            <a:off x="5183188" y="987425"/>
            <a:ext cx="6170612" cy="4872038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t" anchorCtr="0"/>
          <a:p>
            <a:pPr lvl="0"/>
            <a:r>
              <a:rPr dirty="0"/>
              <a:t>Для правки структуры щёлкните мышью</a:t>
            </a:r>
            <a:endParaRPr dirty="0"/>
          </a:p>
          <a:p>
            <a:pPr lvl="1"/>
            <a:r>
              <a:rPr dirty="0"/>
              <a:t>Второй уровень структуры</a:t>
            </a:r>
            <a:endParaRPr dirty="0"/>
          </a:p>
          <a:p>
            <a:pPr lvl="2"/>
            <a:r>
              <a:rPr dirty="0"/>
              <a:t>Третий уровень структуры</a:t>
            </a:r>
            <a:endParaRPr dirty="0"/>
          </a:p>
          <a:p>
            <a:pPr lvl="3"/>
            <a:r>
              <a:rPr dirty="0"/>
              <a:t>Четвёртый уровень структуры</a:t>
            </a:r>
            <a:endParaRPr dirty="0"/>
          </a:p>
          <a:p>
            <a:pPr lvl="4"/>
            <a:r>
              <a:rPr dirty="0"/>
              <a:t>Пятый уровень структуры</a:t>
            </a:r>
            <a:endParaRPr dirty="0"/>
          </a:p>
          <a:p>
            <a:pPr lvl="4"/>
            <a:r>
              <a:rPr dirty="0"/>
              <a:t>Шестой уровень структуры</a:t>
            </a:r>
            <a:endParaRPr dirty="0"/>
          </a:p>
          <a:p>
            <a:pPr lvl="4"/>
            <a:r>
              <a:rPr dirty="0"/>
              <a:t>Седьмой уровень структуры</a:t>
            </a:r>
            <a:endParaRPr dirty="0"/>
          </a:p>
        </p:txBody>
      </p:sp>
      <p:sp>
        <p:nvSpPr>
          <p:cNvPr id="3075" name="Замещающая дата 3074"/>
          <p:cNvSpPr>
            <a:spLocks noGrp="1"/>
          </p:cNvSpPr>
          <p:nvPr>
            <p:ph type="dt"/>
          </p:nvPr>
        </p:nvSpPr>
        <p:spPr>
          <a:xfrm>
            <a:off x="838200" y="6356350"/>
            <a:ext cx="27416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l">
              <a:defRPr sz="1200">
                <a:solidFill>
                  <a:srgbClr val="8B8B8B"/>
                </a:solidFill>
                <a:latin typeface="Calibri" panose="020F0502020204030204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3076" name="Замещающий нижний колонтитул 3075"/>
          <p:cNvSpPr>
            <a:spLocks noGrp="1"/>
          </p:cNvSpPr>
          <p:nvPr>
            <p:ph type="ftr"/>
          </p:nvPr>
        </p:nvSpPr>
        <p:spPr>
          <a:xfrm>
            <a:off x="4038600" y="6356350"/>
            <a:ext cx="41132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ctr">
              <a:defRPr sz="1400">
                <a:solidFill>
                  <a:srgbClr val="000000"/>
                </a:solidFill>
                <a:latin typeface="Times New Roman" panose="02020603050405020304" pitchFamily="16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3077" name="Замещающий номер слайда 3076"/>
          <p:cNvSpPr>
            <a:spLocks noGrp="1"/>
          </p:cNvSpPr>
          <p:nvPr>
            <p:ph type="sldNum"/>
          </p:nvPr>
        </p:nvSpPr>
        <p:spPr>
          <a:xfrm>
            <a:off x="8610600" y="6356350"/>
            <a:ext cx="27416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r">
              <a:defRPr sz="1200">
                <a:solidFill>
                  <a:srgbClr val="8B8B8B"/>
                </a:solidFill>
                <a:latin typeface="Calibri" panose="020F0502020204030204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sldNum="0" hdr="0" ftr="0" dt="0"/>
  <p:txStyles>
    <p:titleStyle>
      <a:lvl1pPr marL="0" lvl="0" indent="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j-lt"/>
          <a:ea typeface="+mj-ea"/>
          <a:cs typeface="+mj-cs"/>
        </a:defRPr>
      </a:lvl1pPr>
      <a:lvl2pPr marL="742950" lvl="1" indent="-28575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2pPr>
      <a:lvl3pPr marL="1143000" lvl="2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3pPr>
      <a:lvl4pPr marL="1600200" lvl="3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4pPr>
      <a:lvl5pPr marL="2057400" lvl="4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5pPr>
    </p:titleStyle>
    <p:bodyStyle>
      <a:lvl1pPr marL="342900" lvl="0" indent="-342900" algn="l" defTabSz="914400" rtl="0" eaLnBrk="1" fontAlgn="base" latinLnBrk="0" hangingPunct="1">
        <a:lnSpc>
          <a:spcPct val="83000"/>
        </a:lnSpc>
        <a:spcBef>
          <a:spcPts val="142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n-lt"/>
          <a:ea typeface="+mn-ea"/>
          <a:cs typeface="+mn-cs"/>
        </a:defRPr>
      </a:lvl1pPr>
      <a:lvl2pPr marL="742950" lvl="1" indent="-285750" algn="l" defTabSz="914400" rtl="0" eaLnBrk="1" fontAlgn="base" latinLnBrk="0" hangingPunct="1">
        <a:lnSpc>
          <a:spcPct val="83000"/>
        </a:lnSpc>
        <a:spcBef>
          <a:spcPts val="114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2pPr>
      <a:lvl3pPr marL="1143000" lvl="2" indent="-228600" algn="l" defTabSz="914400" rtl="0" eaLnBrk="1" fontAlgn="base" latinLnBrk="0" hangingPunct="1">
        <a:lnSpc>
          <a:spcPct val="83000"/>
        </a:lnSpc>
        <a:spcBef>
          <a:spcPts val="86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3pPr>
      <a:lvl4pPr marL="1600200" lvl="3" indent="-228600" algn="l" defTabSz="914400" rtl="0" eaLnBrk="1" fontAlgn="base" latinLnBrk="0" hangingPunct="1">
        <a:lnSpc>
          <a:spcPct val="83000"/>
        </a:lnSpc>
        <a:spcBef>
          <a:spcPts val="57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4pPr>
      <a:lvl5pPr marL="2057400" lvl="4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5pPr>
      <a:lvl6pPr marL="2514600" lvl="5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6pPr>
      <a:lvl7pPr marL="2971800" lvl="6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7pPr>
      <a:lvl8pPr marL="3429000" lvl="7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8pPr>
      <a:lvl9pPr marL="3886200" lvl="8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9pPr>
    </p:bodyStyle>
    <p:otherStyle>
      <a:lvl1pPr marL="0" lvl="0" indent="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n-lt"/>
          <a:ea typeface="+mn-ea"/>
          <a:cs typeface="+mn-cs"/>
        </a:defRPr>
      </a:lvl1pPr>
      <a:lvl2pPr marL="742950" lvl="1" indent="-28575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2pPr>
      <a:lvl3pPr marL="1143000" lvl="2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3pPr>
      <a:lvl4pPr marL="1600200" lvl="3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4pPr>
      <a:lvl5pPr marL="2057400" lvl="4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5pPr>
      <a:lvl6pPr marL="2286000" lvl="5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6pPr>
      <a:lvl7pPr marL="2743200" lvl="6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7pPr>
      <a:lvl8pPr marL="3200400" lvl="7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8pPr>
      <a:lvl9pPr marL="3657600" lvl="8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097" name="Заголовок 4096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4013" cy="1323975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p>
            <a:pPr lvl="0"/>
            <a:r>
              <a:rPr dirty="0"/>
              <a:t>Образец заголовка</a:t>
            </a:r>
            <a:endParaRPr dirty="0"/>
          </a:p>
        </p:txBody>
      </p:sp>
      <p:sp>
        <p:nvSpPr>
          <p:cNvPr id="4098" name="Замещающий текст 4097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4013" cy="4349750"/>
          </a:xfrm>
          <a:prstGeom prst="rect">
            <a:avLst/>
          </a:prstGeom>
          <a:noFill/>
          <a:ln w="9525">
            <a:noFill/>
          </a:ln>
        </p:spPr>
        <p:txBody>
          <a:bodyPr vert="eaVert" wrap="square" lIns="45720" tIns="91440" rIns="45720" bIns="91440" anchor="t" anchorCtr="0"/>
          <a:p>
            <a:pPr lvl="0"/>
            <a:r>
              <a:rPr dirty="0"/>
              <a:t>Образец текста</a:t>
            </a:r>
            <a:endParaRPr dirty="0"/>
          </a:p>
          <a:p>
            <a:pPr lvl="1"/>
            <a:r>
              <a:rPr dirty="0"/>
              <a:t>Второй уровень</a:t>
            </a:r>
            <a:endParaRPr dirty="0"/>
          </a:p>
          <a:p>
            <a:pPr lvl="2"/>
            <a:r>
              <a:rPr dirty="0"/>
              <a:t>Третий уровень</a:t>
            </a:r>
            <a:endParaRPr dirty="0"/>
          </a:p>
          <a:p>
            <a:pPr lvl="3"/>
            <a:r>
              <a:rPr dirty="0"/>
              <a:t>Четвертый уровень</a:t>
            </a:r>
            <a:endParaRPr dirty="0"/>
          </a:p>
          <a:p>
            <a:pPr lvl="4"/>
            <a:r>
              <a:rPr dirty="0"/>
              <a:t>Пятый уровень</a:t>
            </a:r>
            <a:endParaRPr dirty="0"/>
          </a:p>
        </p:txBody>
      </p:sp>
      <p:sp>
        <p:nvSpPr>
          <p:cNvPr id="4099" name="Замещающая дата 4098"/>
          <p:cNvSpPr>
            <a:spLocks noGrp="1"/>
          </p:cNvSpPr>
          <p:nvPr>
            <p:ph type="dt"/>
          </p:nvPr>
        </p:nvSpPr>
        <p:spPr>
          <a:xfrm>
            <a:off x="838200" y="6356350"/>
            <a:ext cx="27416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l">
              <a:defRPr sz="1200">
                <a:solidFill>
                  <a:srgbClr val="8B8B8B"/>
                </a:solidFill>
                <a:latin typeface="Calibri" panose="020F0502020204030204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4100" name="Замещающий нижний колонтитул 4099"/>
          <p:cNvSpPr>
            <a:spLocks noGrp="1"/>
          </p:cNvSpPr>
          <p:nvPr>
            <p:ph type="ftr"/>
          </p:nvPr>
        </p:nvSpPr>
        <p:spPr>
          <a:xfrm>
            <a:off x="4038600" y="6356350"/>
            <a:ext cx="41132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ctr">
              <a:defRPr sz="1400">
                <a:solidFill>
                  <a:srgbClr val="000000"/>
                </a:solidFill>
                <a:latin typeface="Times New Roman" panose="02020603050405020304" pitchFamily="16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4101" name="Замещающий номер слайда 4100"/>
          <p:cNvSpPr>
            <a:spLocks noGrp="1"/>
          </p:cNvSpPr>
          <p:nvPr>
            <p:ph type="sldNum"/>
          </p:nvPr>
        </p:nvSpPr>
        <p:spPr>
          <a:xfrm>
            <a:off x="8610600" y="6356350"/>
            <a:ext cx="27416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r">
              <a:defRPr sz="1200">
                <a:solidFill>
                  <a:srgbClr val="8B8B8B"/>
                </a:solidFill>
                <a:latin typeface="Calibri" panose="020F0502020204030204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hf sldNum="0" hdr="0" ftr="0" dt="0"/>
  <p:txStyles>
    <p:titleStyle>
      <a:lvl1pPr marL="0" lvl="0" indent="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j-lt"/>
          <a:ea typeface="+mj-ea"/>
          <a:cs typeface="+mj-cs"/>
        </a:defRPr>
      </a:lvl1pPr>
      <a:lvl2pPr marL="742950" lvl="1" indent="-28575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2pPr>
      <a:lvl3pPr marL="1143000" lvl="2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3pPr>
      <a:lvl4pPr marL="1600200" lvl="3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4pPr>
      <a:lvl5pPr marL="2057400" lvl="4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5pPr>
    </p:titleStyle>
    <p:bodyStyle>
      <a:lvl1pPr marL="342900" lvl="0" indent="-342900" algn="l" defTabSz="914400" rtl="0" eaLnBrk="1" fontAlgn="base" latinLnBrk="0" hangingPunct="1">
        <a:lnSpc>
          <a:spcPct val="83000"/>
        </a:lnSpc>
        <a:spcBef>
          <a:spcPts val="142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n-lt"/>
          <a:ea typeface="+mn-ea"/>
          <a:cs typeface="+mn-cs"/>
        </a:defRPr>
      </a:lvl1pPr>
      <a:lvl2pPr marL="742950" lvl="1" indent="-285750" algn="l" defTabSz="914400" rtl="0" eaLnBrk="1" fontAlgn="base" latinLnBrk="0" hangingPunct="1">
        <a:lnSpc>
          <a:spcPct val="83000"/>
        </a:lnSpc>
        <a:spcBef>
          <a:spcPts val="114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2pPr>
      <a:lvl3pPr marL="1143000" lvl="2" indent="-228600" algn="l" defTabSz="914400" rtl="0" eaLnBrk="1" fontAlgn="base" latinLnBrk="0" hangingPunct="1">
        <a:lnSpc>
          <a:spcPct val="83000"/>
        </a:lnSpc>
        <a:spcBef>
          <a:spcPts val="86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3pPr>
      <a:lvl4pPr marL="1600200" lvl="3" indent="-228600" algn="l" defTabSz="914400" rtl="0" eaLnBrk="1" fontAlgn="base" latinLnBrk="0" hangingPunct="1">
        <a:lnSpc>
          <a:spcPct val="83000"/>
        </a:lnSpc>
        <a:spcBef>
          <a:spcPts val="57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4pPr>
      <a:lvl5pPr marL="2057400" lvl="4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5pPr>
      <a:lvl6pPr marL="2514600" lvl="5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6pPr>
      <a:lvl7pPr marL="2971800" lvl="6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7pPr>
      <a:lvl8pPr marL="3429000" lvl="7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8pPr>
      <a:lvl9pPr marL="3886200" lvl="8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9pPr>
    </p:bodyStyle>
    <p:otherStyle>
      <a:lvl1pPr marL="0" lvl="0" indent="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n-lt"/>
          <a:ea typeface="+mn-ea"/>
          <a:cs typeface="+mn-cs"/>
        </a:defRPr>
      </a:lvl1pPr>
      <a:lvl2pPr marL="742950" lvl="1" indent="-28575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2pPr>
      <a:lvl3pPr marL="1143000" lvl="2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3pPr>
      <a:lvl4pPr marL="1600200" lvl="3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4pPr>
      <a:lvl5pPr marL="2057400" lvl="4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5pPr>
      <a:lvl6pPr marL="2286000" lvl="5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6pPr>
      <a:lvl7pPr marL="2743200" lvl="6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7pPr>
      <a:lvl8pPr marL="3200400" lvl="7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8pPr>
      <a:lvl9pPr marL="3657600" lvl="8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121" name="Заголовок 5120"/>
          <p:cNvSpPr>
            <a:spLocks noGrp="1"/>
          </p:cNvSpPr>
          <p:nvPr>
            <p:ph type="title"/>
          </p:nvPr>
        </p:nvSpPr>
        <p:spPr>
          <a:xfrm>
            <a:off x="8724900" y="365125"/>
            <a:ext cx="2627313" cy="5810250"/>
          </a:xfrm>
          <a:prstGeom prst="rect">
            <a:avLst/>
          </a:prstGeom>
          <a:noFill/>
          <a:ln w="9525">
            <a:noFill/>
          </a:ln>
        </p:spPr>
        <p:txBody>
          <a:bodyPr vert="eaVert" wrap="square" lIns="45720" tIns="91440" rIns="45720" bIns="91440" anchor="ctr" anchorCtr="0"/>
          <a:p>
            <a:pPr lvl="0"/>
            <a:r>
              <a:rPr dirty="0"/>
              <a:t>Образец заголовка</a:t>
            </a:r>
            <a:endParaRPr dirty="0"/>
          </a:p>
        </p:txBody>
      </p:sp>
      <p:sp>
        <p:nvSpPr>
          <p:cNvPr id="5122" name="Замещающий текст 5121"/>
          <p:cNvSpPr>
            <a:spLocks noGrp="1"/>
          </p:cNvSpPr>
          <p:nvPr>
            <p:ph type="body" idx="1"/>
          </p:nvPr>
        </p:nvSpPr>
        <p:spPr>
          <a:xfrm>
            <a:off x="838200" y="365125"/>
            <a:ext cx="7732713" cy="5810250"/>
          </a:xfrm>
          <a:prstGeom prst="rect">
            <a:avLst/>
          </a:prstGeom>
          <a:noFill/>
          <a:ln w="9525">
            <a:noFill/>
          </a:ln>
        </p:spPr>
        <p:txBody>
          <a:bodyPr vert="eaVert" wrap="square" lIns="45720" tIns="91440" rIns="45720" bIns="91440" anchor="t" anchorCtr="0"/>
          <a:p>
            <a:pPr lvl="0"/>
            <a:r>
              <a:rPr dirty="0"/>
              <a:t>Образец текста</a:t>
            </a:r>
            <a:endParaRPr dirty="0"/>
          </a:p>
          <a:p>
            <a:pPr lvl="1"/>
            <a:r>
              <a:rPr dirty="0"/>
              <a:t>Второй уровень</a:t>
            </a:r>
            <a:endParaRPr dirty="0"/>
          </a:p>
          <a:p>
            <a:pPr lvl="2"/>
            <a:r>
              <a:rPr dirty="0"/>
              <a:t>Третий уровень</a:t>
            </a:r>
            <a:endParaRPr dirty="0"/>
          </a:p>
          <a:p>
            <a:pPr lvl="3"/>
            <a:r>
              <a:rPr dirty="0"/>
              <a:t>Четвертый уровень</a:t>
            </a:r>
            <a:endParaRPr dirty="0"/>
          </a:p>
          <a:p>
            <a:pPr lvl="4"/>
            <a:r>
              <a:rPr dirty="0"/>
              <a:t>Пятый уровень</a:t>
            </a:r>
            <a:endParaRPr dirty="0"/>
          </a:p>
        </p:txBody>
      </p:sp>
      <p:sp>
        <p:nvSpPr>
          <p:cNvPr id="5123" name="Замещающая дата 5122"/>
          <p:cNvSpPr>
            <a:spLocks noGrp="1"/>
          </p:cNvSpPr>
          <p:nvPr>
            <p:ph type="dt"/>
          </p:nvPr>
        </p:nvSpPr>
        <p:spPr>
          <a:xfrm>
            <a:off x="838200" y="6356350"/>
            <a:ext cx="27416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l">
              <a:defRPr sz="1200">
                <a:solidFill>
                  <a:srgbClr val="8B8B8B"/>
                </a:solidFill>
                <a:latin typeface="Calibri" panose="020F0502020204030204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124" name="Замещающий нижний колонтитул 5123"/>
          <p:cNvSpPr>
            <a:spLocks noGrp="1"/>
          </p:cNvSpPr>
          <p:nvPr>
            <p:ph type="ftr"/>
          </p:nvPr>
        </p:nvSpPr>
        <p:spPr>
          <a:xfrm>
            <a:off x="4038600" y="6356350"/>
            <a:ext cx="41132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ctr">
              <a:defRPr sz="1400">
                <a:solidFill>
                  <a:srgbClr val="000000"/>
                </a:solidFill>
                <a:latin typeface="Times New Roman" panose="02020603050405020304" pitchFamily="16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125" name="Замещающий номер слайда 5124"/>
          <p:cNvSpPr>
            <a:spLocks noGrp="1"/>
          </p:cNvSpPr>
          <p:nvPr>
            <p:ph type="sldNum"/>
          </p:nvPr>
        </p:nvSpPr>
        <p:spPr>
          <a:xfrm>
            <a:off x="8610600" y="6356350"/>
            <a:ext cx="27416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r">
              <a:defRPr sz="1200">
                <a:solidFill>
                  <a:srgbClr val="8B8B8B"/>
                </a:solidFill>
                <a:latin typeface="Calibri" panose="020F0502020204030204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hf sldNum="0" hdr="0" ftr="0" dt="0"/>
  <p:txStyles>
    <p:titleStyle>
      <a:lvl1pPr marL="0" lvl="0" indent="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j-lt"/>
          <a:ea typeface="+mj-ea"/>
          <a:cs typeface="+mj-cs"/>
        </a:defRPr>
      </a:lvl1pPr>
      <a:lvl2pPr marL="742950" lvl="1" indent="-28575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2pPr>
      <a:lvl3pPr marL="1143000" lvl="2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3pPr>
      <a:lvl4pPr marL="1600200" lvl="3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4pPr>
      <a:lvl5pPr marL="2057400" lvl="4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5pPr>
    </p:titleStyle>
    <p:bodyStyle>
      <a:lvl1pPr marL="342900" lvl="0" indent="-342900" algn="l" defTabSz="914400" rtl="0" eaLnBrk="1" fontAlgn="base" latinLnBrk="0" hangingPunct="1">
        <a:lnSpc>
          <a:spcPct val="83000"/>
        </a:lnSpc>
        <a:spcBef>
          <a:spcPts val="142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n-lt"/>
          <a:ea typeface="+mn-ea"/>
          <a:cs typeface="+mn-cs"/>
        </a:defRPr>
      </a:lvl1pPr>
      <a:lvl2pPr marL="742950" lvl="1" indent="-285750" algn="l" defTabSz="914400" rtl="0" eaLnBrk="1" fontAlgn="base" latinLnBrk="0" hangingPunct="1">
        <a:lnSpc>
          <a:spcPct val="83000"/>
        </a:lnSpc>
        <a:spcBef>
          <a:spcPts val="114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2pPr>
      <a:lvl3pPr marL="1143000" lvl="2" indent="-228600" algn="l" defTabSz="914400" rtl="0" eaLnBrk="1" fontAlgn="base" latinLnBrk="0" hangingPunct="1">
        <a:lnSpc>
          <a:spcPct val="83000"/>
        </a:lnSpc>
        <a:spcBef>
          <a:spcPts val="86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3pPr>
      <a:lvl4pPr marL="1600200" lvl="3" indent="-228600" algn="l" defTabSz="914400" rtl="0" eaLnBrk="1" fontAlgn="base" latinLnBrk="0" hangingPunct="1">
        <a:lnSpc>
          <a:spcPct val="83000"/>
        </a:lnSpc>
        <a:spcBef>
          <a:spcPts val="57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4pPr>
      <a:lvl5pPr marL="2057400" lvl="4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5pPr>
      <a:lvl6pPr marL="2514600" lvl="5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6pPr>
      <a:lvl7pPr marL="2971800" lvl="6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7pPr>
      <a:lvl8pPr marL="3429000" lvl="7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8pPr>
      <a:lvl9pPr marL="3886200" lvl="8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9pPr>
    </p:bodyStyle>
    <p:otherStyle>
      <a:lvl1pPr marL="0" lvl="0" indent="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n-lt"/>
          <a:ea typeface="+mn-ea"/>
          <a:cs typeface="+mn-cs"/>
        </a:defRPr>
      </a:lvl1pPr>
      <a:lvl2pPr marL="742950" lvl="1" indent="-28575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2pPr>
      <a:lvl3pPr marL="1143000" lvl="2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3pPr>
      <a:lvl4pPr marL="1600200" lvl="3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4pPr>
      <a:lvl5pPr marL="2057400" lvl="4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5pPr>
      <a:lvl6pPr marL="2286000" lvl="5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6pPr>
      <a:lvl7pPr marL="2743200" lvl="6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7pPr>
      <a:lvl8pPr marL="3200400" lvl="7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8pPr>
      <a:lvl9pPr marL="3657600" lvl="8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6145" name="Заголовок 6144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4013" cy="1323975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p>
            <a:pPr lvl="0"/>
            <a:r>
              <a:rPr dirty="0"/>
              <a:t>Образец заголовка</a:t>
            </a:r>
            <a:endParaRPr dirty="0"/>
          </a:p>
        </p:txBody>
      </p:sp>
      <p:sp>
        <p:nvSpPr>
          <p:cNvPr id="6146" name="Замещающий текст 6145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4013" cy="43497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t" anchorCtr="0"/>
          <a:p>
            <a:pPr lvl="0"/>
            <a:r>
              <a:rPr dirty="0"/>
              <a:t>Образец текста</a:t>
            </a:r>
            <a:endParaRPr dirty="0"/>
          </a:p>
          <a:p>
            <a:pPr lvl="1"/>
            <a:r>
              <a:rPr dirty="0"/>
              <a:t>Второй уровень</a:t>
            </a:r>
            <a:endParaRPr dirty="0"/>
          </a:p>
          <a:p>
            <a:pPr lvl="2"/>
            <a:r>
              <a:rPr dirty="0"/>
              <a:t>Третий уровень</a:t>
            </a:r>
            <a:endParaRPr dirty="0"/>
          </a:p>
          <a:p>
            <a:pPr lvl="3"/>
            <a:r>
              <a:rPr dirty="0"/>
              <a:t>Четвертый уровень</a:t>
            </a:r>
            <a:endParaRPr dirty="0"/>
          </a:p>
          <a:p>
            <a:pPr lvl="4"/>
            <a:r>
              <a:rPr dirty="0"/>
              <a:t>Пятый уровень</a:t>
            </a:r>
            <a:endParaRPr dirty="0"/>
          </a:p>
        </p:txBody>
      </p:sp>
      <p:sp>
        <p:nvSpPr>
          <p:cNvPr id="6147" name="Замещающая дата 6146"/>
          <p:cNvSpPr>
            <a:spLocks noGrp="1"/>
          </p:cNvSpPr>
          <p:nvPr>
            <p:ph type="dt"/>
          </p:nvPr>
        </p:nvSpPr>
        <p:spPr>
          <a:xfrm>
            <a:off x="838200" y="6356350"/>
            <a:ext cx="27416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l">
              <a:defRPr sz="1200">
                <a:solidFill>
                  <a:srgbClr val="8B8B8B"/>
                </a:solidFill>
                <a:latin typeface="Calibri" panose="020F0502020204030204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148" name="Замещающий нижний колонтитул 6147"/>
          <p:cNvSpPr>
            <a:spLocks noGrp="1"/>
          </p:cNvSpPr>
          <p:nvPr>
            <p:ph type="ftr"/>
          </p:nvPr>
        </p:nvSpPr>
        <p:spPr>
          <a:xfrm>
            <a:off x="4038600" y="6356350"/>
            <a:ext cx="41132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ctr">
              <a:defRPr sz="1400">
                <a:solidFill>
                  <a:srgbClr val="000000"/>
                </a:solidFill>
                <a:latin typeface="Times New Roman" panose="02020603050405020304" pitchFamily="16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149" name="Замещающий номер слайда 6148"/>
          <p:cNvSpPr>
            <a:spLocks noGrp="1"/>
          </p:cNvSpPr>
          <p:nvPr>
            <p:ph type="sldNum"/>
          </p:nvPr>
        </p:nvSpPr>
        <p:spPr>
          <a:xfrm>
            <a:off x="8610600" y="6356350"/>
            <a:ext cx="27416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r">
              <a:defRPr sz="1200">
                <a:solidFill>
                  <a:srgbClr val="8B8B8B"/>
                </a:solidFill>
                <a:latin typeface="Calibri" panose="020F0502020204030204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hf sldNum="0" hdr="0" ftr="0" dt="0"/>
  <p:txStyles>
    <p:titleStyle>
      <a:lvl1pPr marL="0" lvl="0" indent="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j-lt"/>
          <a:ea typeface="+mj-ea"/>
          <a:cs typeface="+mj-cs"/>
        </a:defRPr>
      </a:lvl1pPr>
      <a:lvl2pPr marL="742950" lvl="1" indent="-28575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2pPr>
      <a:lvl3pPr marL="1143000" lvl="2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3pPr>
      <a:lvl4pPr marL="1600200" lvl="3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4pPr>
      <a:lvl5pPr marL="2057400" lvl="4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5pPr>
    </p:titleStyle>
    <p:bodyStyle>
      <a:lvl1pPr marL="342900" lvl="0" indent="-342900" algn="l" defTabSz="914400" rtl="0" eaLnBrk="1" fontAlgn="base" latinLnBrk="0" hangingPunct="1">
        <a:lnSpc>
          <a:spcPct val="83000"/>
        </a:lnSpc>
        <a:spcBef>
          <a:spcPts val="142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n-lt"/>
          <a:ea typeface="+mn-ea"/>
          <a:cs typeface="+mn-cs"/>
        </a:defRPr>
      </a:lvl1pPr>
      <a:lvl2pPr marL="742950" lvl="1" indent="-285750" algn="l" defTabSz="914400" rtl="0" eaLnBrk="1" fontAlgn="base" latinLnBrk="0" hangingPunct="1">
        <a:lnSpc>
          <a:spcPct val="83000"/>
        </a:lnSpc>
        <a:spcBef>
          <a:spcPts val="114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2pPr>
      <a:lvl3pPr marL="1143000" lvl="2" indent="-228600" algn="l" defTabSz="914400" rtl="0" eaLnBrk="1" fontAlgn="base" latinLnBrk="0" hangingPunct="1">
        <a:lnSpc>
          <a:spcPct val="83000"/>
        </a:lnSpc>
        <a:spcBef>
          <a:spcPts val="86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3pPr>
      <a:lvl4pPr marL="1600200" lvl="3" indent="-228600" algn="l" defTabSz="914400" rtl="0" eaLnBrk="1" fontAlgn="base" latinLnBrk="0" hangingPunct="1">
        <a:lnSpc>
          <a:spcPct val="83000"/>
        </a:lnSpc>
        <a:spcBef>
          <a:spcPts val="57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4pPr>
      <a:lvl5pPr marL="2057400" lvl="4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5pPr>
      <a:lvl6pPr marL="2514600" lvl="5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6pPr>
      <a:lvl7pPr marL="2971800" lvl="6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7pPr>
      <a:lvl8pPr marL="3429000" lvl="7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8pPr>
      <a:lvl9pPr marL="3886200" lvl="8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9pPr>
    </p:bodyStyle>
    <p:otherStyle>
      <a:lvl1pPr marL="0" lvl="0" indent="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n-lt"/>
          <a:ea typeface="+mn-ea"/>
          <a:cs typeface="+mn-cs"/>
        </a:defRPr>
      </a:lvl1pPr>
      <a:lvl2pPr marL="742950" lvl="1" indent="-28575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2pPr>
      <a:lvl3pPr marL="1143000" lvl="2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3pPr>
      <a:lvl4pPr marL="1600200" lvl="3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4pPr>
      <a:lvl5pPr marL="2057400" lvl="4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5pPr>
      <a:lvl6pPr marL="2286000" lvl="5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6pPr>
      <a:lvl7pPr marL="2743200" lvl="6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7pPr>
      <a:lvl8pPr marL="3200400" lvl="7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8pPr>
      <a:lvl9pPr marL="3657600" lvl="8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7169" name="Заголовок 7168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4013" cy="2849562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b" anchorCtr="0"/>
          <a:p>
            <a:pPr lvl="0"/>
            <a:r>
              <a:rPr dirty="0"/>
              <a:t>Образец заголовка</a:t>
            </a:r>
            <a:endParaRPr dirty="0"/>
          </a:p>
        </p:txBody>
      </p:sp>
      <p:sp>
        <p:nvSpPr>
          <p:cNvPr id="7170" name="Замещающий текст 7169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4013" cy="149860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t" anchorCtr="0"/>
          <a:p>
            <a:pPr lvl="0"/>
            <a:r>
              <a:rPr dirty="0"/>
              <a:t>Образец текста</a:t>
            </a:r>
            <a:endParaRPr dirty="0"/>
          </a:p>
        </p:txBody>
      </p:sp>
      <p:sp>
        <p:nvSpPr>
          <p:cNvPr id="7171" name="Замещающая дата 7170"/>
          <p:cNvSpPr>
            <a:spLocks noGrp="1"/>
          </p:cNvSpPr>
          <p:nvPr>
            <p:ph type="dt"/>
          </p:nvPr>
        </p:nvSpPr>
        <p:spPr>
          <a:xfrm>
            <a:off x="838200" y="6356350"/>
            <a:ext cx="27416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l">
              <a:defRPr sz="1200">
                <a:solidFill>
                  <a:srgbClr val="8B8B8B"/>
                </a:solidFill>
                <a:latin typeface="Calibri" panose="020F0502020204030204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172" name="Замещающий нижний колонтитул 7171"/>
          <p:cNvSpPr>
            <a:spLocks noGrp="1"/>
          </p:cNvSpPr>
          <p:nvPr>
            <p:ph type="ftr"/>
          </p:nvPr>
        </p:nvSpPr>
        <p:spPr>
          <a:xfrm>
            <a:off x="4038600" y="6356350"/>
            <a:ext cx="41132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ctr">
              <a:defRPr sz="1400">
                <a:solidFill>
                  <a:srgbClr val="000000"/>
                </a:solidFill>
                <a:latin typeface="Times New Roman" panose="02020603050405020304" pitchFamily="16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173" name="Замещающий номер слайда 7172"/>
          <p:cNvSpPr>
            <a:spLocks noGrp="1"/>
          </p:cNvSpPr>
          <p:nvPr>
            <p:ph type="sldNum"/>
          </p:nvPr>
        </p:nvSpPr>
        <p:spPr>
          <a:xfrm>
            <a:off x="8610600" y="6356350"/>
            <a:ext cx="27416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r">
              <a:defRPr sz="1200">
                <a:solidFill>
                  <a:srgbClr val="8B8B8B"/>
                </a:solidFill>
                <a:latin typeface="Calibri" panose="020F0502020204030204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</p:sldLayoutIdLst>
  <p:hf sldNum="0" hdr="0" ftr="0" dt="0"/>
  <p:txStyles>
    <p:titleStyle>
      <a:lvl1pPr marL="0" lvl="0" indent="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j-lt"/>
          <a:ea typeface="+mj-ea"/>
          <a:cs typeface="+mj-cs"/>
        </a:defRPr>
      </a:lvl1pPr>
      <a:lvl2pPr marL="742950" lvl="1" indent="-28575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2pPr>
      <a:lvl3pPr marL="1143000" lvl="2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3pPr>
      <a:lvl4pPr marL="1600200" lvl="3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4pPr>
      <a:lvl5pPr marL="2057400" lvl="4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5pPr>
    </p:titleStyle>
    <p:bodyStyle>
      <a:lvl1pPr marL="342900" lvl="0" indent="-342900" algn="l" defTabSz="914400" rtl="0" eaLnBrk="1" fontAlgn="base" latinLnBrk="0" hangingPunct="1">
        <a:lnSpc>
          <a:spcPct val="83000"/>
        </a:lnSpc>
        <a:spcBef>
          <a:spcPts val="142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n-lt"/>
          <a:ea typeface="+mn-ea"/>
          <a:cs typeface="+mn-cs"/>
        </a:defRPr>
      </a:lvl1pPr>
      <a:lvl2pPr marL="742950" lvl="1" indent="-285750" algn="l" defTabSz="914400" rtl="0" eaLnBrk="1" fontAlgn="base" latinLnBrk="0" hangingPunct="1">
        <a:lnSpc>
          <a:spcPct val="83000"/>
        </a:lnSpc>
        <a:spcBef>
          <a:spcPts val="114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2pPr>
      <a:lvl3pPr marL="1143000" lvl="2" indent="-228600" algn="l" defTabSz="914400" rtl="0" eaLnBrk="1" fontAlgn="base" latinLnBrk="0" hangingPunct="1">
        <a:lnSpc>
          <a:spcPct val="83000"/>
        </a:lnSpc>
        <a:spcBef>
          <a:spcPts val="86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3pPr>
      <a:lvl4pPr marL="1600200" lvl="3" indent="-228600" algn="l" defTabSz="914400" rtl="0" eaLnBrk="1" fontAlgn="base" latinLnBrk="0" hangingPunct="1">
        <a:lnSpc>
          <a:spcPct val="83000"/>
        </a:lnSpc>
        <a:spcBef>
          <a:spcPts val="57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4pPr>
      <a:lvl5pPr marL="2057400" lvl="4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5pPr>
      <a:lvl6pPr marL="2514600" lvl="5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6pPr>
      <a:lvl7pPr marL="2971800" lvl="6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7pPr>
      <a:lvl8pPr marL="3429000" lvl="7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8pPr>
      <a:lvl9pPr marL="3886200" lvl="8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9pPr>
    </p:bodyStyle>
    <p:otherStyle>
      <a:lvl1pPr marL="0" lvl="0" indent="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n-lt"/>
          <a:ea typeface="+mn-ea"/>
          <a:cs typeface="+mn-cs"/>
        </a:defRPr>
      </a:lvl1pPr>
      <a:lvl2pPr marL="742950" lvl="1" indent="-28575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2pPr>
      <a:lvl3pPr marL="1143000" lvl="2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3pPr>
      <a:lvl4pPr marL="1600200" lvl="3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4pPr>
      <a:lvl5pPr marL="2057400" lvl="4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5pPr>
      <a:lvl6pPr marL="2286000" lvl="5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6pPr>
      <a:lvl7pPr marL="2743200" lvl="6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7pPr>
      <a:lvl8pPr marL="3200400" lvl="7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8pPr>
      <a:lvl9pPr marL="3657600" lvl="8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193" name="Заголовок 8192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4013" cy="1323975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p>
            <a:pPr lvl="0"/>
            <a:r>
              <a:rPr dirty="0"/>
              <a:t>Образец заголовка</a:t>
            </a:r>
            <a:endParaRPr dirty="0"/>
          </a:p>
        </p:txBody>
      </p:sp>
      <p:sp>
        <p:nvSpPr>
          <p:cNvPr id="8194" name="Замещающая дата 8193"/>
          <p:cNvSpPr>
            <a:spLocks noGrp="1"/>
          </p:cNvSpPr>
          <p:nvPr>
            <p:ph type="dt"/>
          </p:nvPr>
        </p:nvSpPr>
        <p:spPr>
          <a:xfrm>
            <a:off x="838200" y="6356350"/>
            <a:ext cx="27416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l">
              <a:defRPr sz="1200">
                <a:solidFill>
                  <a:srgbClr val="8B8B8B"/>
                </a:solidFill>
                <a:latin typeface="Calibri" panose="020F0502020204030204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8195" name="Замещающий нижний колонтитул 8194"/>
          <p:cNvSpPr>
            <a:spLocks noGrp="1"/>
          </p:cNvSpPr>
          <p:nvPr>
            <p:ph type="ftr"/>
          </p:nvPr>
        </p:nvSpPr>
        <p:spPr>
          <a:xfrm>
            <a:off x="4038600" y="6356350"/>
            <a:ext cx="41132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ctr">
              <a:defRPr sz="1400">
                <a:solidFill>
                  <a:srgbClr val="000000"/>
                </a:solidFill>
                <a:latin typeface="Times New Roman" panose="02020603050405020304" pitchFamily="16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8196" name="Замещающий номер слайда 8195"/>
          <p:cNvSpPr>
            <a:spLocks noGrp="1"/>
          </p:cNvSpPr>
          <p:nvPr>
            <p:ph type="sldNum"/>
          </p:nvPr>
        </p:nvSpPr>
        <p:spPr>
          <a:xfrm>
            <a:off x="8610600" y="6356350"/>
            <a:ext cx="27416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r">
              <a:defRPr sz="1200">
                <a:solidFill>
                  <a:srgbClr val="8B8B8B"/>
                </a:solidFill>
                <a:latin typeface="Calibri" panose="020F0502020204030204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hf sldNum="0" hdr="0" ftr="0" dt="0"/>
  <p:txStyles>
    <p:titleStyle>
      <a:lvl1pPr marL="0" lvl="0" indent="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j-lt"/>
          <a:ea typeface="+mj-ea"/>
          <a:cs typeface="+mj-cs"/>
        </a:defRPr>
      </a:lvl1pPr>
      <a:lvl2pPr marL="742950" lvl="1" indent="-28575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2pPr>
      <a:lvl3pPr marL="1143000" lvl="2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3pPr>
      <a:lvl4pPr marL="1600200" lvl="3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4pPr>
      <a:lvl5pPr marL="2057400" lvl="4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5pPr>
    </p:titleStyle>
    <p:bodyStyle>
      <a:lvl1pPr marL="342900" lvl="0" indent="-342900" algn="l" defTabSz="914400" rtl="0" eaLnBrk="1" fontAlgn="base" latinLnBrk="0" hangingPunct="1">
        <a:lnSpc>
          <a:spcPct val="83000"/>
        </a:lnSpc>
        <a:spcBef>
          <a:spcPts val="142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n-lt"/>
          <a:ea typeface="+mn-ea"/>
          <a:cs typeface="+mn-cs"/>
        </a:defRPr>
      </a:lvl1pPr>
      <a:lvl2pPr marL="742950" lvl="1" indent="-285750" algn="l" defTabSz="914400" rtl="0" eaLnBrk="1" fontAlgn="base" latinLnBrk="0" hangingPunct="1">
        <a:lnSpc>
          <a:spcPct val="83000"/>
        </a:lnSpc>
        <a:spcBef>
          <a:spcPts val="114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2pPr>
      <a:lvl3pPr marL="1143000" lvl="2" indent="-228600" algn="l" defTabSz="914400" rtl="0" eaLnBrk="1" fontAlgn="base" latinLnBrk="0" hangingPunct="1">
        <a:lnSpc>
          <a:spcPct val="83000"/>
        </a:lnSpc>
        <a:spcBef>
          <a:spcPts val="86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3pPr>
      <a:lvl4pPr marL="1600200" lvl="3" indent="-228600" algn="l" defTabSz="914400" rtl="0" eaLnBrk="1" fontAlgn="base" latinLnBrk="0" hangingPunct="1">
        <a:lnSpc>
          <a:spcPct val="83000"/>
        </a:lnSpc>
        <a:spcBef>
          <a:spcPts val="57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4pPr>
      <a:lvl5pPr marL="2057400" lvl="4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5pPr>
      <a:lvl6pPr marL="2514600" lvl="5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6pPr>
      <a:lvl7pPr marL="2971800" lvl="6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7pPr>
      <a:lvl8pPr marL="3429000" lvl="7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8pPr>
      <a:lvl9pPr marL="3886200" lvl="8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9pPr>
    </p:bodyStyle>
    <p:otherStyle>
      <a:lvl1pPr marL="0" lvl="0" indent="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n-lt"/>
          <a:ea typeface="+mn-ea"/>
          <a:cs typeface="+mn-cs"/>
        </a:defRPr>
      </a:lvl1pPr>
      <a:lvl2pPr marL="742950" lvl="1" indent="-28575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2pPr>
      <a:lvl3pPr marL="1143000" lvl="2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3pPr>
      <a:lvl4pPr marL="1600200" lvl="3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4pPr>
      <a:lvl5pPr marL="2057400" lvl="4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5pPr>
      <a:lvl6pPr marL="2286000" lvl="5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6pPr>
      <a:lvl7pPr marL="2743200" lvl="6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7pPr>
      <a:lvl8pPr marL="3200400" lvl="7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8pPr>
      <a:lvl9pPr marL="3657600" lvl="8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217" name="Заголовок 9216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4013" cy="1323975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p>
            <a:pPr lvl="0"/>
            <a:r>
              <a:rPr dirty="0"/>
              <a:t>Образец заголовка</a:t>
            </a:r>
            <a:endParaRPr dirty="0"/>
          </a:p>
        </p:txBody>
      </p:sp>
      <p:sp>
        <p:nvSpPr>
          <p:cNvPr id="9218" name="Замещающий текст 9217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5178425" cy="43497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t" anchorCtr="0"/>
          <a:p>
            <a:pPr lvl="0"/>
            <a:r>
              <a:rPr dirty="0"/>
              <a:t>Образец текста</a:t>
            </a:r>
            <a:endParaRPr dirty="0"/>
          </a:p>
          <a:p>
            <a:pPr lvl="1"/>
            <a:r>
              <a:rPr dirty="0"/>
              <a:t>Второй уровень</a:t>
            </a:r>
            <a:endParaRPr dirty="0"/>
          </a:p>
          <a:p>
            <a:pPr lvl="2"/>
            <a:r>
              <a:rPr dirty="0"/>
              <a:t>Третий уровень</a:t>
            </a:r>
            <a:endParaRPr dirty="0"/>
          </a:p>
          <a:p>
            <a:pPr lvl="3"/>
            <a:r>
              <a:rPr dirty="0"/>
              <a:t>Четвертый уровень</a:t>
            </a:r>
            <a:endParaRPr dirty="0"/>
          </a:p>
          <a:p>
            <a:pPr lvl="4"/>
            <a:r>
              <a:rPr dirty="0"/>
              <a:t>Пятый уровень</a:t>
            </a:r>
            <a:endParaRPr dirty="0"/>
          </a:p>
        </p:txBody>
      </p:sp>
      <p:sp>
        <p:nvSpPr>
          <p:cNvPr id="9219" name="Замещающая дата 9218"/>
          <p:cNvSpPr>
            <a:spLocks noGrp="1"/>
          </p:cNvSpPr>
          <p:nvPr>
            <p:ph type="dt"/>
          </p:nvPr>
        </p:nvSpPr>
        <p:spPr>
          <a:xfrm>
            <a:off x="838200" y="6356350"/>
            <a:ext cx="27416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l">
              <a:defRPr sz="1200">
                <a:solidFill>
                  <a:srgbClr val="8B8B8B"/>
                </a:solidFill>
                <a:latin typeface="Calibri" panose="020F0502020204030204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9220" name="Замещающий нижний колонтитул 9219"/>
          <p:cNvSpPr>
            <a:spLocks noGrp="1"/>
          </p:cNvSpPr>
          <p:nvPr>
            <p:ph type="ftr"/>
          </p:nvPr>
        </p:nvSpPr>
        <p:spPr>
          <a:xfrm>
            <a:off x="4038600" y="6356350"/>
            <a:ext cx="41132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ctr">
              <a:defRPr sz="1400">
                <a:solidFill>
                  <a:srgbClr val="000000"/>
                </a:solidFill>
                <a:latin typeface="Times New Roman" panose="02020603050405020304" pitchFamily="16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9221" name="Замещающий номер слайда 9220"/>
          <p:cNvSpPr>
            <a:spLocks noGrp="1"/>
          </p:cNvSpPr>
          <p:nvPr>
            <p:ph type="sldNum"/>
          </p:nvPr>
        </p:nvSpPr>
        <p:spPr>
          <a:xfrm>
            <a:off x="8610600" y="6356350"/>
            <a:ext cx="27416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r">
              <a:defRPr sz="1200">
                <a:solidFill>
                  <a:srgbClr val="8B8B8B"/>
                </a:solidFill>
                <a:latin typeface="Calibri" panose="020F0502020204030204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45" r:id="rId1"/>
    <p:sldLayoutId id="2147483746" r:id="rId2"/>
    <p:sldLayoutId id="2147483747" r:id="rId3"/>
    <p:sldLayoutId id="2147483748" r:id="rId4"/>
    <p:sldLayoutId id="2147483749" r:id="rId5"/>
    <p:sldLayoutId id="2147483750" r:id="rId6"/>
    <p:sldLayoutId id="2147483751" r:id="rId7"/>
    <p:sldLayoutId id="2147483752" r:id="rId8"/>
    <p:sldLayoutId id="2147483753" r:id="rId9"/>
    <p:sldLayoutId id="2147483754" r:id="rId10"/>
    <p:sldLayoutId id="2147483755" r:id="rId11"/>
  </p:sldLayoutIdLst>
  <p:hf sldNum="0" hdr="0" ftr="0" dt="0"/>
  <p:txStyles>
    <p:titleStyle>
      <a:lvl1pPr marL="0" lvl="0" indent="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j-lt"/>
          <a:ea typeface="+mj-ea"/>
          <a:cs typeface="+mj-cs"/>
        </a:defRPr>
      </a:lvl1pPr>
      <a:lvl2pPr marL="742950" lvl="1" indent="-28575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2pPr>
      <a:lvl3pPr marL="1143000" lvl="2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3pPr>
      <a:lvl4pPr marL="1600200" lvl="3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4pPr>
      <a:lvl5pPr marL="2057400" lvl="4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5pPr>
    </p:titleStyle>
    <p:bodyStyle>
      <a:lvl1pPr marL="342900" lvl="0" indent="-342900" algn="l" defTabSz="914400" rtl="0" eaLnBrk="1" fontAlgn="base" latinLnBrk="0" hangingPunct="1">
        <a:lnSpc>
          <a:spcPct val="83000"/>
        </a:lnSpc>
        <a:spcBef>
          <a:spcPts val="142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n-lt"/>
          <a:ea typeface="+mn-ea"/>
          <a:cs typeface="+mn-cs"/>
        </a:defRPr>
      </a:lvl1pPr>
      <a:lvl2pPr marL="742950" lvl="1" indent="-285750" algn="l" defTabSz="914400" rtl="0" eaLnBrk="1" fontAlgn="base" latinLnBrk="0" hangingPunct="1">
        <a:lnSpc>
          <a:spcPct val="83000"/>
        </a:lnSpc>
        <a:spcBef>
          <a:spcPts val="114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2pPr>
      <a:lvl3pPr marL="1143000" lvl="2" indent="-228600" algn="l" defTabSz="914400" rtl="0" eaLnBrk="1" fontAlgn="base" latinLnBrk="0" hangingPunct="1">
        <a:lnSpc>
          <a:spcPct val="83000"/>
        </a:lnSpc>
        <a:spcBef>
          <a:spcPts val="86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3pPr>
      <a:lvl4pPr marL="1600200" lvl="3" indent="-228600" algn="l" defTabSz="914400" rtl="0" eaLnBrk="1" fontAlgn="base" latinLnBrk="0" hangingPunct="1">
        <a:lnSpc>
          <a:spcPct val="83000"/>
        </a:lnSpc>
        <a:spcBef>
          <a:spcPts val="57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4pPr>
      <a:lvl5pPr marL="2057400" lvl="4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5pPr>
      <a:lvl6pPr marL="2514600" lvl="5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6pPr>
      <a:lvl7pPr marL="2971800" lvl="6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7pPr>
      <a:lvl8pPr marL="3429000" lvl="7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8pPr>
      <a:lvl9pPr marL="3886200" lvl="8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9pPr>
    </p:bodyStyle>
    <p:otherStyle>
      <a:lvl1pPr marL="0" lvl="0" indent="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n-lt"/>
          <a:ea typeface="+mn-ea"/>
          <a:cs typeface="+mn-cs"/>
        </a:defRPr>
      </a:lvl1pPr>
      <a:lvl2pPr marL="742950" lvl="1" indent="-28575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2pPr>
      <a:lvl3pPr marL="1143000" lvl="2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3pPr>
      <a:lvl4pPr marL="1600200" lvl="3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4pPr>
      <a:lvl5pPr marL="2057400" lvl="4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5pPr>
      <a:lvl6pPr marL="2286000" lvl="5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6pPr>
      <a:lvl7pPr marL="2743200" lvl="6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7pPr>
      <a:lvl8pPr marL="3200400" lvl="7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8pPr>
      <a:lvl9pPr marL="3657600" lvl="8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0241" name="Замещающая дата 10240"/>
          <p:cNvSpPr>
            <a:spLocks noGrp="1"/>
          </p:cNvSpPr>
          <p:nvPr>
            <p:ph type="dt"/>
          </p:nvPr>
        </p:nvSpPr>
        <p:spPr>
          <a:xfrm>
            <a:off x="838200" y="6356350"/>
            <a:ext cx="27416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l">
              <a:defRPr sz="1200">
                <a:solidFill>
                  <a:srgbClr val="8B8B8B"/>
                </a:solidFill>
                <a:latin typeface="Calibri" panose="020F0502020204030204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10242" name="Замещающий нижний колонтитул 10241"/>
          <p:cNvSpPr>
            <a:spLocks noGrp="1"/>
          </p:cNvSpPr>
          <p:nvPr>
            <p:ph type="ftr"/>
          </p:nvPr>
        </p:nvSpPr>
        <p:spPr>
          <a:xfrm>
            <a:off x="4038600" y="6356350"/>
            <a:ext cx="41132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ctr">
              <a:defRPr sz="1400">
                <a:solidFill>
                  <a:srgbClr val="000000"/>
                </a:solidFill>
                <a:latin typeface="Times New Roman" panose="02020603050405020304" pitchFamily="16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10243" name="Замещающий номер слайда 10242"/>
          <p:cNvSpPr>
            <a:spLocks noGrp="1"/>
          </p:cNvSpPr>
          <p:nvPr>
            <p:ph type="sldNum"/>
          </p:nvPr>
        </p:nvSpPr>
        <p:spPr>
          <a:xfrm>
            <a:off x="8610600" y="6356350"/>
            <a:ext cx="27416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r">
              <a:defRPr sz="1200">
                <a:solidFill>
                  <a:srgbClr val="8B8B8B"/>
                </a:solidFill>
                <a:latin typeface="Calibri" panose="020F0502020204030204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hf sldNum="0" hdr="0" ftr="0" dt="0"/>
  <p:txStyles>
    <p:titleStyle>
      <a:lvl1pPr marL="0" lvl="0" indent="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j-lt"/>
          <a:ea typeface="+mj-ea"/>
          <a:cs typeface="+mj-cs"/>
        </a:defRPr>
      </a:lvl1pPr>
      <a:lvl2pPr marL="742950" lvl="1" indent="-28575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2pPr>
      <a:lvl3pPr marL="1143000" lvl="2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3pPr>
      <a:lvl4pPr marL="1600200" lvl="3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4pPr>
      <a:lvl5pPr marL="2057400" lvl="4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5pPr>
    </p:titleStyle>
    <p:bodyStyle>
      <a:lvl1pPr marL="342900" lvl="0" indent="-342900" algn="l" defTabSz="914400" rtl="0" eaLnBrk="1" fontAlgn="base" latinLnBrk="0" hangingPunct="1">
        <a:lnSpc>
          <a:spcPct val="83000"/>
        </a:lnSpc>
        <a:spcBef>
          <a:spcPts val="142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n-lt"/>
          <a:ea typeface="+mn-ea"/>
          <a:cs typeface="+mn-cs"/>
        </a:defRPr>
      </a:lvl1pPr>
      <a:lvl2pPr marL="742950" lvl="1" indent="-285750" algn="l" defTabSz="914400" rtl="0" eaLnBrk="1" fontAlgn="base" latinLnBrk="0" hangingPunct="1">
        <a:lnSpc>
          <a:spcPct val="83000"/>
        </a:lnSpc>
        <a:spcBef>
          <a:spcPts val="114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2pPr>
      <a:lvl3pPr marL="1143000" lvl="2" indent="-228600" algn="l" defTabSz="914400" rtl="0" eaLnBrk="1" fontAlgn="base" latinLnBrk="0" hangingPunct="1">
        <a:lnSpc>
          <a:spcPct val="83000"/>
        </a:lnSpc>
        <a:spcBef>
          <a:spcPts val="86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3pPr>
      <a:lvl4pPr marL="1600200" lvl="3" indent="-228600" algn="l" defTabSz="914400" rtl="0" eaLnBrk="1" fontAlgn="base" latinLnBrk="0" hangingPunct="1">
        <a:lnSpc>
          <a:spcPct val="83000"/>
        </a:lnSpc>
        <a:spcBef>
          <a:spcPts val="57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4pPr>
      <a:lvl5pPr marL="2057400" lvl="4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5pPr>
      <a:lvl6pPr marL="2514600" lvl="5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6pPr>
      <a:lvl7pPr marL="2971800" lvl="6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7pPr>
      <a:lvl8pPr marL="3429000" lvl="7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8pPr>
      <a:lvl9pPr marL="3886200" lvl="8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9pPr>
    </p:bodyStyle>
    <p:otherStyle>
      <a:lvl1pPr marL="0" lvl="0" indent="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n-lt"/>
          <a:ea typeface="+mn-ea"/>
          <a:cs typeface="+mn-cs"/>
        </a:defRPr>
      </a:lvl1pPr>
      <a:lvl2pPr marL="742950" lvl="1" indent="-28575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2pPr>
      <a:lvl3pPr marL="1143000" lvl="2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3pPr>
      <a:lvl4pPr marL="1600200" lvl="3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4pPr>
      <a:lvl5pPr marL="2057400" lvl="4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5pPr>
      <a:lvl6pPr marL="2286000" lvl="5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6pPr>
      <a:lvl7pPr marL="2743200" lvl="6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7pPr>
      <a:lvl8pPr marL="3200400" lvl="7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8pPr>
      <a:lvl9pPr marL="3657600" lvl="8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9pPr>
    </p:otherStyle>
  </p:txStyles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1265" name="Заголовок 11264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4012" cy="1323975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p>
            <a:pPr lvl="0"/>
            <a:r>
              <a:rPr dirty="0"/>
              <a:t>Образец заголовка</a:t>
            </a:r>
            <a:endParaRPr dirty="0"/>
          </a:p>
        </p:txBody>
      </p:sp>
      <p:sp>
        <p:nvSpPr>
          <p:cNvPr id="11266" name="Замещающий текст 11265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6200" cy="822325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b" anchorCtr="0"/>
          <a:p>
            <a:pPr lvl="0"/>
            <a:r>
              <a:rPr dirty="0"/>
              <a:t>Образец текста</a:t>
            </a:r>
            <a:endParaRPr dirty="0"/>
          </a:p>
        </p:txBody>
      </p:sp>
      <p:sp>
        <p:nvSpPr>
          <p:cNvPr id="11267" name="Замещающая дата 11266"/>
          <p:cNvSpPr>
            <a:spLocks noGrp="1"/>
          </p:cNvSpPr>
          <p:nvPr>
            <p:ph type="dt"/>
          </p:nvPr>
        </p:nvSpPr>
        <p:spPr>
          <a:xfrm>
            <a:off x="838200" y="6356350"/>
            <a:ext cx="27416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l">
              <a:defRPr sz="1200">
                <a:solidFill>
                  <a:srgbClr val="8B8B8B"/>
                </a:solidFill>
                <a:latin typeface="Calibri" panose="020F0502020204030204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11268" name="Замещающий нижний колонтитул 11267"/>
          <p:cNvSpPr>
            <a:spLocks noGrp="1"/>
          </p:cNvSpPr>
          <p:nvPr>
            <p:ph type="ftr"/>
          </p:nvPr>
        </p:nvSpPr>
        <p:spPr>
          <a:xfrm>
            <a:off x="4038600" y="6356350"/>
            <a:ext cx="41132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ctr">
              <a:defRPr sz="1400">
                <a:solidFill>
                  <a:srgbClr val="000000"/>
                </a:solidFill>
                <a:latin typeface="Times New Roman" panose="02020603050405020304" pitchFamily="16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11269" name="Замещающий номер слайда 11268"/>
          <p:cNvSpPr>
            <a:spLocks noGrp="1"/>
          </p:cNvSpPr>
          <p:nvPr>
            <p:ph type="sldNum"/>
          </p:nvPr>
        </p:nvSpPr>
        <p:spPr>
          <a:xfrm>
            <a:off x="8610600" y="6356350"/>
            <a:ext cx="27416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r">
              <a:defRPr sz="1200">
                <a:solidFill>
                  <a:srgbClr val="8B8B8B"/>
                </a:solidFill>
                <a:latin typeface="Calibri" panose="020F0502020204030204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69" r:id="rId1"/>
    <p:sldLayoutId id="2147483770" r:id="rId2"/>
    <p:sldLayoutId id="2147483771" r:id="rId3"/>
    <p:sldLayoutId id="2147483772" r:id="rId4"/>
    <p:sldLayoutId id="2147483773" r:id="rId5"/>
    <p:sldLayoutId id="2147483774" r:id="rId6"/>
    <p:sldLayoutId id="2147483775" r:id="rId7"/>
    <p:sldLayoutId id="2147483776" r:id="rId8"/>
    <p:sldLayoutId id="2147483777" r:id="rId9"/>
    <p:sldLayoutId id="2147483778" r:id="rId10"/>
    <p:sldLayoutId id="2147483779" r:id="rId11"/>
  </p:sldLayoutIdLst>
  <p:hf sldNum="0" hdr="0" ftr="0" dt="0"/>
  <p:txStyles>
    <p:titleStyle>
      <a:lvl1pPr marL="0" lvl="0" indent="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j-lt"/>
          <a:ea typeface="+mj-ea"/>
          <a:cs typeface="+mj-cs"/>
        </a:defRPr>
      </a:lvl1pPr>
      <a:lvl2pPr marL="742950" lvl="1" indent="-28575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2pPr>
      <a:lvl3pPr marL="1143000" lvl="2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3pPr>
      <a:lvl4pPr marL="1600200" lvl="3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4pPr>
      <a:lvl5pPr marL="2057400" lvl="4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5pPr>
    </p:titleStyle>
    <p:bodyStyle>
      <a:lvl1pPr marL="342900" lvl="0" indent="-342900" algn="l" defTabSz="914400" rtl="0" eaLnBrk="1" fontAlgn="base" latinLnBrk="0" hangingPunct="1">
        <a:lnSpc>
          <a:spcPct val="83000"/>
        </a:lnSpc>
        <a:spcBef>
          <a:spcPts val="142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n-lt"/>
          <a:ea typeface="+mn-ea"/>
          <a:cs typeface="+mn-cs"/>
        </a:defRPr>
      </a:lvl1pPr>
      <a:lvl2pPr marL="742950" lvl="1" indent="-285750" algn="l" defTabSz="914400" rtl="0" eaLnBrk="1" fontAlgn="base" latinLnBrk="0" hangingPunct="1">
        <a:lnSpc>
          <a:spcPct val="83000"/>
        </a:lnSpc>
        <a:spcBef>
          <a:spcPts val="114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2pPr>
      <a:lvl3pPr marL="1143000" lvl="2" indent="-228600" algn="l" defTabSz="914400" rtl="0" eaLnBrk="1" fontAlgn="base" latinLnBrk="0" hangingPunct="1">
        <a:lnSpc>
          <a:spcPct val="83000"/>
        </a:lnSpc>
        <a:spcBef>
          <a:spcPts val="86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3pPr>
      <a:lvl4pPr marL="1600200" lvl="3" indent="-228600" algn="l" defTabSz="914400" rtl="0" eaLnBrk="1" fontAlgn="base" latinLnBrk="0" hangingPunct="1">
        <a:lnSpc>
          <a:spcPct val="83000"/>
        </a:lnSpc>
        <a:spcBef>
          <a:spcPts val="57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4pPr>
      <a:lvl5pPr marL="2057400" lvl="4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5pPr>
      <a:lvl6pPr marL="2514600" lvl="5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6pPr>
      <a:lvl7pPr marL="2971800" lvl="6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7pPr>
      <a:lvl8pPr marL="3429000" lvl="7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8pPr>
      <a:lvl9pPr marL="3886200" lvl="8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9pPr>
    </p:bodyStyle>
    <p:otherStyle>
      <a:lvl1pPr marL="0" lvl="0" indent="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n-lt"/>
          <a:ea typeface="+mn-ea"/>
          <a:cs typeface="+mn-cs"/>
        </a:defRPr>
      </a:lvl1pPr>
      <a:lvl2pPr marL="742950" lvl="1" indent="-28575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2pPr>
      <a:lvl3pPr marL="1143000" lvl="2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3pPr>
      <a:lvl4pPr marL="1600200" lvl="3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4pPr>
      <a:lvl5pPr marL="2057400" lvl="4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5pPr>
      <a:lvl6pPr marL="2286000" lvl="5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6pPr>
      <a:lvl7pPr marL="2743200" lvl="6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7pPr>
      <a:lvl8pPr marL="3200400" lvl="7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8pPr>
      <a:lvl9pPr marL="3657600" lvl="8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9pPr>
    </p:otherStyle>
  </p:txStyles>
</p:sldMaster>
</file>

<file path=ppt/slideMasters/slideMaster1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6145" name="Заголовок 6144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4013" cy="1323975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p>
            <a:pPr lvl="0"/>
            <a:r>
              <a:rPr dirty="0"/>
              <a:t>Образец заголовка</a:t>
            </a:r>
            <a:endParaRPr dirty="0"/>
          </a:p>
        </p:txBody>
      </p:sp>
      <p:sp>
        <p:nvSpPr>
          <p:cNvPr id="6146" name="Замещающий текст 6145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4013" cy="43497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t" anchorCtr="0"/>
          <a:p>
            <a:pPr lvl="0"/>
            <a:r>
              <a:rPr dirty="0"/>
              <a:t>Образец текста</a:t>
            </a:r>
            <a:endParaRPr dirty="0"/>
          </a:p>
          <a:p>
            <a:pPr lvl="1"/>
            <a:r>
              <a:rPr dirty="0"/>
              <a:t>Второй уровень</a:t>
            </a:r>
            <a:endParaRPr dirty="0"/>
          </a:p>
          <a:p>
            <a:pPr lvl="2"/>
            <a:r>
              <a:rPr dirty="0"/>
              <a:t>Третий уровень</a:t>
            </a:r>
            <a:endParaRPr dirty="0"/>
          </a:p>
          <a:p>
            <a:pPr lvl="3"/>
            <a:r>
              <a:rPr dirty="0"/>
              <a:t>Четвертый уровень</a:t>
            </a:r>
            <a:endParaRPr dirty="0"/>
          </a:p>
          <a:p>
            <a:pPr lvl="4"/>
            <a:r>
              <a:rPr dirty="0"/>
              <a:t>Пятый уровень</a:t>
            </a:r>
            <a:endParaRPr dirty="0"/>
          </a:p>
        </p:txBody>
      </p:sp>
      <p:sp>
        <p:nvSpPr>
          <p:cNvPr id="6147" name="Замещающая дата 6146"/>
          <p:cNvSpPr>
            <a:spLocks noGrp="1"/>
          </p:cNvSpPr>
          <p:nvPr>
            <p:ph type="dt"/>
          </p:nvPr>
        </p:nvSpPr>
        <p:spPr>
          <a:xfrm>
            <a:off x="838200" y="6356350"/>
            <a:ext cx="27416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l">
              <a:defRPr sz="1200">
                <a:solidFill>
                  <a:srgbClr val="8B8B8B"/>
                </a:solidFill>
                <a:latin typeface="Calibri" panose="020F0502020204030204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148" name="Замещающий нижний колонтитул 6147"/>
          <p:cNvSpPr>
            <a:spLocks noGrp="1"/>
          </p:cNvSpPr>
          <p:nvPr>
            <p:ph type="ftr"/>
          </p:nvPr>
        </p:nvSpPr>
        <p:spPr>
          <a:xfrm>
            <a:off x="4038600" y="6356350"/>
            <a:ext cx="41132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ctr">
              <a:defRPr sz="1400">
                <a:solidFill>
                  <a:srgbClr val="000000"/>
                </a:solidFill>
                <a:latin typeface="Times New Roman" panose="02020603050405020304" pitchFamily="16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149" name="Замещающий номер слайда 6148"/>
          <p:cNvSpPr>
            <a:spLocks noGrp="1"/>
          </p:cNvSpPr>
          <p:nvPr>
            <p:ph type="sldNum"/>
          </p:nvPr>
        </p:nvSpPr>
        <p:spPr>
          <a:xfrm>
            <a:off x="8610600" y="6356350"/>
            <a:ext cx="27416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r">
              <a:defRPr sz="1200">
                <a:solidFill>
                  <a:srgbClr val="8B8B8B"/>
                </a:solidFill>
                <a:latin typeface="Calibri" panose="020F0502020204030204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81" r:id="rId1"/>
    <p:sldLayoutId id="2147483782" r:id="rId2"/>
    <p:sldLayoutId id="2147483783" r:id="rId3"/>
    <p:sldLayoutId id="2147483784" r:id="rId4"/>
    <p:sldLayoutId id="2147483785" r:id="rId5"/>
    <p:sldLayoutId id="2147483786" r:id="rId6"/>
    <p:sldLayoutId id="2147483787" r:id="rId7"/>
    <p:sldLayoutId id="2147483788" r:id="rId8"/>
    <p:sldLayoutId id="2147483789" r:id="rId9"/>
    <p:sldLayoutId id="2147483790" r:id="rId10"/>
    <p:sldLayoutId id="2147483791" r:id="rId11"/>
  </p:sldLayoutIdLst>
  <p:hf sldNum="0" hdr="0" ftr="0" dt="0"/>
  <p:txStyles>
    <p:titleStyle>
      <a:lvl1pPr marL="0" lvl="0" indent="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j-lt"/>
          <a:ea typeface="+mj-ea"/>
          <a:cs typeface="+mj-cs"/>
        </a:defRPr>
      </a:lvl1pPr>
      <a:lvl2pPr marL="742950" lvl="1" indent="-28575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2pPr>
      <a:lvl3pPr marL="1143000" lvl="2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3pPr>
      <a:lvl4pPr marL="1600200" lvl="3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4pPr>
      <a:lvl5pPr marL="2057400" lvl="4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5pPr>
    </p:titleStyle>
    <p:bodyStyle>
      <a:lvl1pPr marL="342900" lvl="0" indent="-342900" algn="l" defTabSz="914400" rtl="0" eaLnBrk="1" fontAlgn="base" latinLnBrk="0" hangingPunct="1">
        <a:lnSpc>
          <a:spcPct val="83000"/>
        </a:lnSpc>
        <a:spcBef>
          <a:spcPts val="142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n-lt"/>
          <a:ea typeface="+mn-ea"/>
          <a:cs typeface="+mn-cs"/>
        </a:defRPr>
      </a:lvl1pPr>
      <a:lvl2pPr marL="742950" lvl="1" indent="-285750" algn="l" defTabSz="914400" rtl="0" eaLnBrk="1" fontAlgn="base" latinLnBrk="0" hangingPunct="1">
        <a:lnSpc>
          <a:spcPct val="83000"/>
        </a:lnSpc>
        <a:spcBef>
          <a:spcPts val="114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2pPr>
      <a:lvl3pPr marL="1143000" lvl="2" indent="-228600" algn="l" defTabSz="914400" rtl="0" eaLnBrk="1" fontAlgn="base" latinLnBrk="0" hangingPunct="1">
        <a:lnSpc>
          <a:spcPct val="83000"/>
        </a:lnSpc>
        <a:spcBef>
          <a:spcPts val="86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3pPr>
      <a:lvl4pPr marL="1600200" lvl="3" indent="-228600" algn="l" defTabSz="914400" rtl="0" eaLnBrk="1" fontAlgn="base" latinLnBrk="0" hangingPunct="1">
        <a:lnSpc>
          <a:spcPct val="83000"/>
        </a:lnSpc>
        <a:spcBef>
          <a:spcPts val="57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4pPr>
      <a:lvl5pPr marL="2057400" lvl="4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5pPr>
      <a:lvl6pPr marL="2514600" lvl="5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6pPr>
      <a:lvl7pPr marL="2971800" lvl="6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7pPr>
      <a:lvl8pPr marL="3429000" lvl="7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8pPr>
      <a:lvl9pPr marL="3886200" lvl="8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9pPr>
    </p:bodyStyle>
    <p:otherStyle>
      <a:lvl1pPr marL="0" lvl="0" indent="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n-lt"/>
          <a:ea typeface="+mn-ea"/>
          <a:cs typeface="+mn-cs"/>
        </a:defRPr>
      </a:lvl1pPr>
      <a:lvl2pPr marL="742950" lvl="1" indent="-28575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2pPr>
      <a:lvl3pPr marL="1143000" lvl="2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3pPr>
      <a:lvl4pPr marL="1600200" lvl="3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4pPr>
      <a:lvl5pPr marL="2057400" lvl="4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5pPr>
      <a:lvl6pPr marL="2286000" lvl="5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6pPr>
      <a:lvl7pPr marL="2743200" lvl="6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7pPr>
      <a:lvl8pPr marL="3200400" lvl="7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8pPr>
      <a:lvl9pPr marL="3657600" lvl="8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.xml"/><Relationship Id="rId5" Type="http://schemas.openxmlformats.org/officeDocument/2006/relationships/slideLayout" Target="../slideLayouts/slideLayout57.xml"/><Relationship Id="rId4" Type="http://schemas.openxmlformats.org/officeDocument/2006/relationships/image" Target="../media/image4.jpeg"/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2.xml"/><Relationship Id="rId5" Type="http://schemas.openxmlformats.org/officeDocument/2006/relationships/slideLayout" Target="../slideLayouts/slideLayout57.xml"/><Relationship Id="rId4" Type="http://schemas.openxmlformats.org/officeDocument/2006/relationships/image" Target="../media/image4.jpeg"/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3.xml"/><Relationship Id="rId5" Type="http://schemas.openxmlformats.org/officeDocument/2006/relationships/slideLayout" Target="../slideLayouts/slideLayout57.xml"/><Relationship Id="rId4" Type="http://schemas.openxmlformats.org/officeDocument/2006/relationships/image" Target="../media/image4.jpeg"/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4.xml"/><Relationship Id="rId5" Type="http://schemas.openxmlformats.org/officeDocument/2006/relationships/slideLayout" Target="../slideLayouts/slideLayout57.xml"/><Relationship Id="rId4" Type="http://schemas.openxmlformats.org/officeDocument/2006/relationships/image" Target="../media/image4.jpeg"/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5.xml"/><Relationship Id="rId5" Type="http://schemas.openxmlformats.org/officeDocument/2006/relationships/slideLayout" Target="../slideLayouts/slideLayout57.xml"/><Relationship Id="rId4" Type="http://schemas.openxmlformats.org/officeDocument/2006/relationships/image" Target="../media/image4.jpeg"/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6.xml"/><Relationship Id="rId7" Type="http://schemas.openxmlformats.org/officeDocument/2006/relationships/slideLayout" Target="../slideLayouts/slideLayout57.xml"/><Relationship Id="rId6" Type="http://schemas.openxmlformats.org/officeDocument/2006/relationships/image" Target="../media/image4.jpeg"/><Relationship Id="rId5" Type="http://schemas.openxmlformats.org/officeDocument/2006/relationships/image" Target="../media/image3.jpeg"/><Relationship Id="rId4" Type="http://schemas.openxmlformats.org/officeDocument/2006/relationships/image" Target="../media/image2.jpeg"/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7.xml"/><Relationship Id="rId4" Type="http://schemas.openxmlformats.org/officeDocument/2006/relationships/slideLayout" Target="../slideLayouts/slideLayout57.xml"/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image" Target="../media/image2.jpeg"/></Relationships>
</file>

<file path=ppt/slides/_rels/slide8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8.xml"/><Relationship Id="rId5" Type="http://schemas.openxmlformats.org/officeDocument/2006/relationships/slideLayout" Target="../slideLayouts/slideLayout123.xml"/><Relationship Id="rId4" Type="http://schemas.openxmlformats.org/officeDocument/2006/relationships/image" Target="../media/image7.jpeg"/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image" Target="../media/image2.jpeg"/></Relationships>
</file>

<file path=ppt/slides/_rels/slide9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9.xml"/><Relationship Id="rId5" Type="http://schemas.openxmlformats.org/officeDocument/2006/relationships/slideLayout" Target="../slideLayouts/slideLayout57.xml"/><Relationship Id="rId4" Type="http://schemas.openxmlformats.org/officeDocument/2006/relationships/image" Target="../media/image8.png"/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image" Target="../media/image2.jpeg"/></Relationships>
</file>

<file path=ppt/slides/_rels/slide10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0.xml"/><Relationship Id="rId5" Type="http://schemas.openxmlformats.org/officeDocument/2006/relationships/slideLayout" Target="../slideLayouts/slideLayout57.xml"/><Relationship Id="rId4" Type="http://schemas.openxmlformats.org/officeDocument/2006/relationships/image" Target="../media/image9.png"/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image" Target="../media/image2.jpeg"/></Relationships>
</file>

<file path=ppt/slides/_rels/slide11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1.xml"/><Relationship Id="rId5" Type="http://schemas.openxmlformats.org/officeDocument/2006/relationships/slideLayout" Target="../slideLayouts/slideLayout57.xml"/><Relationship Id="rId4" Type="http://schemas.openxmlformats.org/officeDocument/2006/relationships/image" Target="../media/image10.png"/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image" Target="../media/image2.jpeg"/></Relationships>
</file>

<file path=ppt/slides/_rels/slide12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2.xml"/><Relationship Id="rId5" Type="http://schemas.openxmlformats.org/officeDocument/2006/relationships/slideLayout" Target="../slideLayouts/slideLayout57.xml"/><Relationship Id="rId4" Type="http://schemas.openxmlformats.org/officeDocument/2006/relationships/image" Target="../media/image4.jpeg"/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image" Target="../media/image1.png"/></Relationships>
</file>

<file path=ppt/slides/_rels/slide13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3.xml"/><Relationship Id="rId4" Type="http://schemas.openxmlformats.org/officeDocument/2006/relationships/slideLayout" Target="../slideLayouts/slideLayout57.xml"/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image" Target="../media/image2.jpeg"/></Relationships>
</file>

<file path=ppt/slides/_rels/slide14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4.xml"/><Relationship Id="rId5" Type="http://schemas.openxmlformats.org/officeDocument/2006/relationships/slideLayout" Target="../slideLayouts/slideLayout57.xml"/><Relationship Id="rId4" Type="http://schemas.openxmlformats.org/officeDocument/2006/relationships/image" Target="../media/image4.jpeg"/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3313" name="Заголовок 13312"/>
          <p:cNvSpPr>
            <a:spLocks noGrp="1"/>
          </p:cNvSpPr>
          <p:nvPr>
            <p:ph type="title"/>
          </p:nvPr>
        </p:nvSpPr>
        <p:spPr>
          <a:xfrm>
            <a:off x="85725" y="2147888"/>
            <a:ext cx="12018963" cy="1754187"/>
          </a:xfrm>
        </p:spPr>
        <p:txBody>
          <a:bodyPr wrap="square" lIns="91440" tIns="45720" rIns="91440" bIns="45720" anchor="ctr" anchorCtr="0"/>
          <a:p>
            <a:pPr algn="ctr" defTabSz="914400">
              <a:lnSpc>
                <a:spcPct val="150000"/>
              </a:lnSpc>
              <a:spcAft>
                <a:spcPts val="2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972800" algn="l"/>
                <a:tab pos="11887200" algn="l"/>
              </a:tabLst>
            </a:pPr>
            <a:r>
              <a:rPr lang="ru-RU" altLang="x-none" sz="3200" b="1" baseline="0" dirty="0" err="1">
                <a:latin typeface="Arial" panose="020B0604020202020204" pitchFamily="34" charset="0"/>
                <a:cs typeface="Arial Black" panose="020B0A04020102020204" charset="0"/>
              </a:rPr>
              <a:t>Приложение для ведения автомобильного журнала</a:t>
            </a:r>
            <a:endParaRPr lang="ru-RU" altLang="x-none" sz="3200" b="1" baseline="0" dirty="0" err="1">
              <a:latin typeface="Arial" panose="020B0604020202020204" pitchFamily="34" charset="0"/>
              <a:ea typeface="Arial Black" panose="020B0A04020102020204" charset="0"/>
            </a:endParaRPr>
          </a:p>
        </p:txBody>
      </p:sp>
      <p:sp>
        <p:nvSpPr>
          <p:cNvPr id="13314" name="Прямоугольник 13313"/>
          <p:cNvSpPr/>
          <p:nvPr/>
        </p:nvSpPr>
        <p:spPr>
          <a:xfrm>
            <a:off x="155258" y="5048568"/>
            <a:ext cx="7088187" cy="368300"/>
          </a:xfrm>
          <a:prstGeom prst="rect">
            <a:avLst/>
          </a:prstGeom>
          <a:noFill/>
          <a:ln w="9525">
            <a:noFill/>
          </a:ln>
        </p:spPr>
        <p:txBody>
          <a:bodyPr/>
          <a:p>
            <a:endParaRPr lang="ru-RU" altLang="en-US"/>
          </a:p>
        </p:txBody>
      </p:sp>
      <p:sp>
        <p:nvSpPr>
          <p:cNvPr id="13315" name="Прямоугольник 13314"/>
          <p:cNvSpPr/>
          <p:nvPr/>
        </p:nvSpPr>
        <p:spPr>
          <a:xfrm>
            <a:off x="7690485" y="3627120"/>
            <a:ext cx="4506595" cy="2866390"/>
          </a:xfrm>
          <a:prstGeom prst="rect">
            <a:avLst/>
          </a:prstGeom>
          <a:noFill/>
          <a:ln w="9525">
            <a:noFill/>
          </a:ln>
        </p:spPr>
        <p:txBody>
          <a:bodyPr wrap="square" lIns="90000" tIns="45000" rIns="90000" bIns="45000" anchor="t" anchorCtr="0">
            <a:noAutofit/>
          </a:bodyPr>
          <a:p>
            <a:pPr defTabSz="914400" hangingPunct="1">
              <a:lnSpc>
                <a:spcPct val="10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sz="2000" b="1" baseline="0" dirty="0" err="1">
                <a:latin typeface="Arial" panose="020B0604020202020204" pitchFamily="34" charset="0"/>
                <a:cs typeface="Calibri" panose="020F0502020204030204" charset="0"/>
              </a:rPr>
              <a:t>Авторы проекта:</a:t>
            </a:r>
            <a:endParaRPr lang="ru-RU" altLang="x-none" sz="2000" b="1" baseline="0" dirty="0" err="1">
              <a:latin typeface="Arial" panose="020B0604020202020204" pitchFamily="34" charset="0"/>
              <a:cs typeface="Calibri" panose="020F0502020204030204" charset="0"/>
            </a:endParaRPr>
          </a:p>
          <a:p>
            <a:pPr defTabSz="914400" hangingPunct="1">
              <a:lnSpc>
                <a:spcPct val="10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sz="2000" baseline="0" dirty="0" err="1">
                <a:latin typeface="Arial" panose="020B0604020202020204" pitchFamily="34" charset="0"/>
                <a:cs typeface="Calibri" panose="020F0502020204030204" charset="0"/>
              </a:rPr>
              <a:t>Ученики 10И класса</a:t>
            </a:r>
            <a:r>
              <a:rPr lang="ru-RU" altLang="x-none" sz="2000" b="1" baseline="0" dirty="0" err="1">
                <a:latin typeface="Arial" panose="020B0604020202020204" pitchFamily="34" charset="0"/>
                <a:cs typeface="Calibri" panose="020F0502020204030204" charset="0"/>
              </a:rPr>
              <a:t> </a:t>
            </a:r>
            <a:r>
              <a:rPr lang="ru-RU" altLang="x-none" sz="2000" baseline="0" dirty="0" err="1">
                <a:latin typeface="Arial" panose="020B0604020202020204" pitchFamily="34" charset="0"/>
                <a:cs typeface="Calibri" panose="020F0502020204030204" charset="0"/>
              </a:rPr>
              <a:t>ГБОУ Школа №1596</a:t>
            </a:r>
            <a:endParaRPr lang="ru-RU" altLang="x-none" sz="2000" baseline="0" dirty="0" err="1">
              <a:latin typeface="Arial" panose="020B0604020202020204" pitchFamily="34" charset="0"/>
              <a:cs typeface="Calibri" panose="020F0502020204030204" charset="0"/>
            </a:endParaRPr>
          </a:p>
          <a:p>
            <a:pPr defTabSz="914400" hangingPunct="1">
              <a:lnSpc>
                <a:spcPct val="100000"/>
              </a:lnSpc>
              <a:spcAft>
                <a:spcPts val="2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sz="2000" baseline="0" dirty="0" err="1">
                <a:latin typeface="Arial" panose="020B0604020202020204" pitchFamily="34" charset="0"/>
                <a:cs typeface="Calibri" panose="020F0502020204030204" charset="0"/>
              </a:rPr>
              <a:t>Шорсткин Владислав Михайлович</a:t>
            </a:r>
            <a:endParaRPr lang="ru-RU" altLang="x-none" sz="2000" baseline="0" dirty="0" err="1">
              <a:latin typeface="Arial" panose="020B0604020202020204" pitchFamily="34" charset="0"/>
              <a:cs typeface="Calibri" panose="020F0502020204030204" charset="0"/>
            </a:endParaRPr>
          </a:p>
          <a:p>
            <a:pPr defTabSz="914400" hangingPunct="1">
              <a:lnSpc>
                <a:spcPct val="10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sz="2000" baseline="0" dirty="0" err="1">
                <a:latin typeface="Arial" panose="020B0604020202020204" pitchFamily="34" charset="0"/>
                <a:cs typeface="Calibri" panose="020F0502020204030204" charset="0"/>
              </a:rPr>
              <a:t>Козлов Никита Алексеевич</a:t>
            </a:r>
            <a:endParaRPr lang="ru-RU" altLang="x-none" sz="2000" baseline="0" dirty="0" err="1">
              <a:latin typeface="Arial" panose="020B0604020202020204" pitchFamily="34" charset="0"/>
              <a:ea typeface="Calibri" panose="020F0502020204030204" charset="0"/>
              <a:cs typeface="Calibri" panose="020F0502020204030204" charset="0"/>
            </a:endParaRPr>
          </a:p>
        </p:txBody>
      </p:sp>
      <p:sp>
        <p:nvSpPr>
          <p:cNvPr id="13316" name="Прямоугольник 13315"/>
          <p:cNvSpPr/>
          <p:nvPr/>
        </p:nvSpPr>
        <p:spPr>
          <a:xfrm>
            <a:off x="7715885" y="5634355"/>
            <a:ext cx="4441825" cy="1019810"/>
          </a:xfrm>
          <a:prstGeom prst="rect">
            <a:avLst/>
          </a:prstGeom>
          <a:noFill/>
          <a:ln w="9525">
            <a:noFill/>
          </a:ln>
        </p:spPr>
        <p:txBody>
          <a:bodyPr wrap="square" lIns="90000" tIns="45000" rIns="90000" bIns="45000" anchor="t" anchorCtr="0">
            <a:spAutoFit/>
          </a:bodyPr>
          <a:p>
            <a:pPr defTabSz="914400" hangingPunct="1">
              <a:lnSpc>
                <a:spcPct val="10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sz="2000" b="1" baseline="0" dirty="0" err="1">
                <a:latin typeface="Arial" panose="020B0604020202020204" pitchFamily="34" charset="0"/>
                <a:cs typeface="Calibri" panose="020F0502020204030204" charset="0"/>
              </a:rPr>
              <a:t>Руководители проекта:</a:t>
            </a:r>
            <a:endParaRPr lang="ru-RU" altLang="x-none" sz="2000" b="1" baseline="0" dirty="0" err="1">
              <a:latin typeface="Arial" panose="020B0604020202020204" pitchFamily="34" charset="0"/>
              <a:cs typeface="Calibri" panose="020F0502020204030204" charset="0"/>
            </a:endParaRPr>
          </a:p>
          <a:p>
            <a:pPr defTabSz="914400" hangingPunct="1">
              <a:lnSpc>
                <a:spcPct val="10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sz="2000" baseline="0" dirty="0" err="1">
                <a:latin typeface="Arial" panose="020B0604020202020204" pitchFamily="34" charset="0"/>
                <a:cs typeface="Calibri" panose="020F0502020204030204" charset="0"/>
              </a:rPr>
              <a:t>Грачев Александр Витальевич</a:t>
            </a:r>
            <a:endParaRPr lang="ru-RU" altLang="x-none" sz="2000" baseline="0" dirty="0" err="1">
              <a:latin typeface="Arial" panose="020B0604020202020204" pitchFamily="34" charset="0"/>
              <a:cs typeface="Calibri" panose="020F0502020204030204" charset="0"/>
            </a:endParaRPr>
          </a:p>
          <a:p>
            <a:pPr defTabSz="914400" hangingPunct="1">
              <a:lnSpc>
                <a:spcPct val="10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sz="2000" baseline="0" dirty="0" err="1">
                <a:latin typeface="Arial" panose="020B0604020202020204" pitchFamily="34" charset="0"/>
                <a:ea typeface="Calibri" panose="020F0502020204030204" charset="0"/>
                <a:cs typeface="Calibri" panose="020F0502020204030204" charset="0"/>
              </a:rPr>
              <a:t>Зенина Алиса Александровна</a:t>
            </a:r>
            <a:endParaRPr lang="ru-RU" altLang="x-none" sz="2000" baseline="0" dirty="0" err="1">
              <a:latin typeface="Arial" panose="020B0604020202020204" pitchFamily="34" charset="0"/>
              <a:ea typeface="Calibri" panose="020F0502020204030204" charset="0"/>
              <a:cs typeface="Calibri" panose="020F0502020204030204" charset="0"/>
            </a:endParaRPr>
          </a:p>
        </p:txBody>
      </p:sp>
      <p:sp>
        <p:nvSpPr>
          <p:cNvPr id="13317" name="Прямоугольник 13316"/>
          <p:cNvSpPr/>
          <p:nvPr/>
        </p:nvSpPr>
        <p:spPr>
          <a:xfrm>
            <a:off x="3052763" y="6354445"/>
            <a:ext cx="6094412" cy="396240"/>
          </a:xfrm>
          <a:prstGeom prst="rect">
            <a:avLst/>
          </a:prstGeom>
          <a:noFill/>
          <a:ln w="9525">
            <a:noFill/>
          </a:ln>
        </p:spPr>
        <p:txBody>
          <a:bodyPr wrap="square" lIns="90000" tIns="45000" rIns="90000" bIns="45000" anchor="t" anchorCtr="0">
            <a:spAutoFit/>
          </a:bodyPr>
          <a:p>
            <a:pPr algn="ctr" defTabSz="914400" hangingPunct="1">
              <a:lnSpc>
                <a:spcPct val="10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</a:tabLst>
            </a:pPr>
            <a:r>
              <a:rPr lang="ru-RU" altLang="x-none" sz="2000" b="1" baseline="0" dirty="0" err="1">
                <a:latin typeface="Calibri" panose="020F0502020204030204" charset="0"/>
              </a:rPr>
              <a:t>г. Москва, 2026г.</a:t>
            </a:r>
            <a:endParaRPr lang="ru-RU" altLang="x-none" sz="2000" b="1" baseline="0" dirty="0" err="1">
              <a:latin typeface="Calibri" panose="020F0502020204030204" charset="0"/>
            </a:endParaRPr>
          </a:p>
        </p:txBody>
      </p:sp>
      <p:sp>
        <p:nvSpPr>
          <p:cNvPr id="13318" name="Прямоугольник 13317"/>
          <p:cNvSpPr/>
          <p:nvPr/>
        </p:nvSpPr>
        <p:spPr>
          <a:xfrm>
            <a:off x="560388" y="1552575"/>
            <a:ext cx="11041062" cy="1384300"/>
          </a:xfrm>
          <a:prstGeom prst="rect">
            <a:avLst/>
          </a:prstGeom>
          <a:noFill/>
          <a:ln w="9525">
            <a:noFill/>
          </a:ln>
        </p:spPr>
        <p:txBody>
          <a:bodyPr wrap="square" lIns="90000" tIns="45000" rIns="90000" bIns="45000" anchor="t" anchorCtr="0">
            <a:spAutoFit/>
          </a:bodyPr>
          <a:p>
            <a:pPr algn="ctr" defTabSz="914400" hangingPunct="1">
              <a:lnSpc>
                <a:spcPct val="150000"/>
              </a:lnSpc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972800" algn="l"/>
              </a:tabLst>
            </a:pPr>
            <a:r>
              <a:rPr lang="ru-RU" altLang="x-none" sz="2000" b="1" baseline="0" dirty="0" err="1">
                <a:latin typeface="Arial" panose="020B0604020202020204" pitchFamily="34" charset="0"/>
                <a:cs typeface="Calibri" panose="020F0502020204030204" charset="0"/>
              </a:rPr>
              <a:t>Государственное бюджетное общеобразовательное учреждение города Москвы «Школа № 1596»</a:t>
            </a:r>
            <a:endParaRPr lang="ru-RU" altLang="x-none" sz="2000" b="1" baseline="0" dirty="0" err="1">
              <a:latin typeface="Arial" panose="020B0604020202020204" pitchFamily="34" charset="0"/>
              <a:cs typeface="Calibri" panose="020F0502020204030204" charset="0"/>
            </a:endParaRPr>
          </a:p>
          <a:p>
            <a:pPr algn="ctr" defTabSz="914400" hangingPunct="1">
              <a:lnSpc>
                <a:spcPct val="100000"/>
              </a:lnSpc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972800" algn="l"/>
              </a:tabLst>
            </a:pPr>
            <a:endParaRPr lang="ru-RU" altLang="x-none" sz="2400" baseline="0" dirty="0" err="1">
              <a:latin typeface="Arial" panose="020B0604020202020204" pitchFamily="34" charset="0"/>
              <a:ea typeface="Calibri" panose="020F0502020204030204" charset="0"/>
            </a:endParaRPr>
          </a:p>
        </p:txBody>
      </p:sp>
      <p:pic>
        <p:nvPicPr>
          <p:cNvPr id="13319" name="Изображение 1331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00012" y="1524000"/>
            <a:ext cx="12192000" cy="61913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3320" name="Изображение 1331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988" y="284163"/>
            <a:ext cx="3141662" cy="111442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3321" name="Изображение 1332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89300" y="393700"/>
            <a:ext cx="6446838" cy="86677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3322" name="Изображение 1332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93363" y="222250"/>
            <a:ext cx="1238250" cy="1208088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  <p:transition spd="slow"/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4337" name="Прямоугольник 14336"/>
          <p:cNvSpPr/>
          <p:nvPr/>
        </p:nvSpPr>
        <p:spPr>
          <a:xfrm>
            <a:off x="4763" y="1720850"/>
            <a:ext cx="12184062" cy="584200"/>
          </a:xfrm>
          <a:prstGeom prst="rect">
            <a:avLst/>
          </a:prstGeom>
          <a:noFill/>
          <a:ln w="9525">
            <a:noFill/>
          </a:ln>
        </p:spPr>
        <p:txBody>
          <a:bodyPr wrap="square" lIns="90000" tIns="45000" rIns="90000" bIns="45000" anchor="t" anchorCtr="0">
            <a:spAutoFit/>
          </a:bodyPr>
          <a:p>
            <a:pPr algn="ctr" defTabSz="914400" hangingPunct="1">
              <a:lnSpc>
                <a:spcPct val="100000"/>
              </a:lnSpc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972800" algn="l"/>
                <a:tab pos="11887200" algn="l"/>
              </a:tabLst>
            </a:pPr>
            <a:r>
              <a:rPr lang="ru-RU" altLang="x-none" sz="3200" b="1" baseline="0" dirty="0" err="1">
                <a:latin typeface="Calibri" panose="020F0502020204030204" charset="0"/>
                <a:cs typeface="Calibri" panose="020F0502020204030204" charset="0"/>
              </a:rPr>
              <a:t>АКТУАЛЬНОСТЬ ПРОЕКТА</a:t>
            </a:r>
            <a:endParaRPr lang="ru-RU" altLang="x-none" sz="3200" b="1" baseline="0" dirty="0" err="1">
              <a:latin typeface="Calibri" panose="020F0502020204030204" charset="0"/>
              <a:ea typeface="Calibri" panose="020F0502020204030204" charset="0"/>
            </a:endParaRPr>
          </a:p>
        </p:txBody>
      </p:sp>
      <p:pic>
        <p:nvPicPr>
          <p:cNvPr id="14338" name="Изображение 1433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00012" y="1524000"/>
            <a:ext cx="12192000" cy="61913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4339" name="Прямоугольник 14338"/>
          <p:cNvSpPr/>
          <p:nvPr/>
        </p:nvSpPr>
        <p:spPr>
          <a:xfrm>
            <a:off x="201930" y="2297430"/>
            <a:ext cx="11817985" cy="4520565"/>
          </a:xfrm>
          <a:prstGeom prst="rect">
            <a:avLst/>
          </a:prstGeom>
          <a:noFill/>
          <a:ln w="9525">
            <a:noFill/>
          </a:ln>
        </p:spPr>
        <p:txBody>
          <a:bodyPr wrap="square" lIns="90000" tIns="45000" rIns="90000" bIns="45000" anchor="t" anchorCtr="0">
            <a:spAutoFit/>
          </a:bodyPr>
          <a:p>
            <a:pPr algn="just" defTabSz="914400" hangingPunct="1">
              <a:lnSpc>
                <a:spcPct val="150000"/>
              </a:lnSpc>
              <a:spcAft>
                <a:spcPts val="215"/>
              </a:spcAft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972800" algn="l"/>
                <a:tab pos="11887200" algn="l"/>
              </a:tabLst>
            </a:pPr>
            <a:r>
              <a:rPr lang="ru-RU" altLang="x-none" sz="2400" baseline="0" dirty="0" err="1">
                <a:latin typeface="Calibri" panose="020F0502020204030204" charset="0"/>
              </a:rPr>
              <a:t>	Для современных владельцев автомобилей актуальной остаётся проблема систематизации технического обслуживания (ТО). Отсутствие простого и наглядного инструмента для учёта выполненных работ и планирования будущих часто приводит к пропуску регламентных процедур, что влечёт за собой повышенный износ агрегатов, снижение безопасности и неоправданные расходы на ремонт. Существующие решения, как правило, либо являются перегруженными функциями сложными сервисами, либо не позволяют гибко адаптироваться под конкретную модель автомобиля и стиль вождения пользователя.</a:t>
            </a:r>
            <a:endParaRPr lang="ru-RU" altLang="x-none" sz="2400" baseline="0" dirty="0" err="1">
              <a:latin typeface="Calibri" panose="020F0502020204030204" charset="0"/>
            </a:endParaRPr>
          </a:p>
        </p:txBody>
      </p:sp>
      <p:pic>
        <p:nvPicPr>
          <p:cNvPr id="14340" name="Изображение 1433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988" y="284163"/>
            <a:ext cx="3141662" cy="111442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4341" name="Изображение 1434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89300" y="393700"/>
            <a:ext cx="6446838" cy="86677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4342" name="Изображение 1434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93363" y="222250"/>
            <a:ext cx="1238250" cy="1208088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  <p:transition spd="slow"/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5361" name="Прямоугольник 15360"/>
          <p:cNvSpPr/>
          <p:nvPr/>
        </p:nvSpPr>
        <p:spPr>
          <a:xfrm>
            <a:off x="337820" y="1579880"/>
            <a:ext cx="11654790" cy="5036185"/>
          </a:xfrm>
          <a:prstGeom prst="rect">
            <a:avLst/>
          </a:prstGeom>
          <a:noFill/>
          <a:ln w="9525">
            <a:noFill/>
          </a:ln>
        </p:spPr>
        <p:txBody>
          <a:bodyPr wrap="square" lIns="90000" tIns="45000" rIns="90000" bIns="45000" anchor="t" anchorCtr="0">
            <a:spAutoFit/>
          </a:bodyPr>
          <a:p>
            <a:pPr marL="342900" indent="-215900" algn="ctr" defTabSz="914400" hangingPunct="1">
              <a:lnSpc>
                <a:spcPct val="10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972800" algn="l"/>
                <a:tab pos="11887200" algn="l"/>
              </a:tabLst>
            </a:pPr>
            <a:r>
              <a:rPr lang="ru-RU" altLang="x-none" sz="3200" b="1" baseline="0" dirty="0" err="1">
                <a:latin typeface="Calibri" panose="020F0502020204030204" charset="0"/>
              </a:rPr>
              <a:t>ЦЕЛИ И ЗАДАЧИ ПРОЕКТА</a:t>
            </a:r>
            <a:endParaRPr lang="ru-RU" altLang="x-none" sz="3200" b="1" baseline="0" dirty="0" err="1">
              <a:latin typeface="Calibri" panose="020F0502020204030204" charset="0"/>
            </a:endParaRPr>
          </a:p>
          <a:p>
            <a:pPr marL="342900" indent="-215900" algn="just" defTabSz="914400" hangingPunct="1">
              <a:lnSpc>
                <a:spcPct val="15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972800" algn="l"/>
                <a:tab pos="11887200" algn="l"/>
              </a:tabLst>
            </a:pPr>
            <a:r>
              <a:rPr lang="ru-RU" altLang="x-none" sz="2400" b="1" baseline="0" dirty="0" err="1">
                <a:latin typeface="Calibri" panose="020F0502020204030204" charset="0"/>
                <a:cs typeface="Calibri" panose="020F0502020204030204" charset="0"/>
              </a:rPr>
              <a:t>Цель:</a:t>
            </a:r>
            <a:endParaRPr lang="ru-RU" altLang="x-none" sz="2400" b="1" baseline="0" dirty="0" err="1">
              <a:latin typeface="Calibri" panose="020F0502020204030204" charset="0"/>
              <a:cs typeface="Calibri" panose="020F0502020204030204" charset="0"/>
            </a:endParaRPr>
          </a:p>
          <a:p>
            <a:pPr marL="342900" indent="457200" algn="just" defTabSz="914400" hangingPunct="1">
              <a:lnSpc>
                <a:spcPct val="15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972800" algn="l"/>
                <a:tab pos="11887200" algn="l"/>
              </a:tabLst>
            </a:pPr>
            <a:r>
              <a:rPr lang="ru-RU" altLang="en-US" sz="2400" baseline="0" dirty="0" err="1">
                <a:latin typeface="Calibri" panose="020F0502020204030204" charset="0"/>
                <a:cs typeface="Calibri" panose="020F0502020204030204" charset="0"/>
              </a:rPr>
              <a:t>р</a:t>
            </a:r>
            <a:r>
              <a:rPr lang="en-US" altLang="x-none" sz="2400" baseline="0" dirty="0" err="1">
                <a:latin typeface="Calibri" panose="020F0502020204030204" charset="0"/>
                <a:cs typeface="Calibri" panose="020F0502020204030204" charset="0"/>
              </a:rPr>
              <a:t>азработать минималистичное и удобное ПО  для ведения журнала обслуживания автомобиля и определения необходимого ТО в зависимости от пробега атвомобиля.</a:t>
            </a:r>
            <a:endParaRPr lang="en-US" altLang="x-none" sz="2400" baseline="0" dirty="0" err="1">
              <a:latin typeface="Calibri" panose="020F0502020204030204" charset="0"/>
              <a:cs typeface="Calibri" panose="020F0502020204030204" charset="0"/>
            </a:endParaRPr>
          </a:p>
          <a:p>
            <a:pPr marL="342900" indent="-215900" algn="just" defTabSz="914400" hangingPunct="1">
              <a:lnSpc>
                <a:spcPct val="15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972800" algn="l"/>
                <a:tab pos="11887200" algn="l"/>
              </a:tabLst>
            </a:pPr>
            <a:r>
              <a:rPr lang="ru-RU" altLang="x-none" sz="2400" b="1" baseline="0" dirty="0" err="1">
                <a:latin typeface="Calibri" panose="020F0502020204030204" charset="0"/>
                <a:cs typeface="Calibri" panose="020F0502020204030204" charset="0"/>
              </a:rPr>
              <a:t>Задачи:</a:t>
            </a:r>
            <a:endParaRPr lang="ru-RU" altLang="x-none" sz="2400" b="1" baseline="0" dirty="0" err="1">
              <a:latin typeface="Calibri" panose="020F0502020204030204" charset="0"/>
              <a:cs typeface="Calibri" panose="020F0502020204030204" charset="0"/>
            </a:endParaRPr>
          </a:p>
          <a:p>
            <a:pPr marL="342900" indent="-215900" algn="just" defTabSz="914400" hangingPunct="1">
              <a:lnSpc>
                <a:spcPct val="150000"/>
              </a:lnSpc>
              <a:buSzPct val="100000"/>
              <a:buFont typeface="Calibri" panose="020F0502020204030204" charset="0"/>
              <a:buChar char="-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972800" algn="l"/>
                <a:tab pos="11887200" algn="l"/>
              </a:tabLst>
            </a:pPr>
            <a:r>
              <a:rPr lang="ru-RU" altLang="x-none" sz="2400" baseline="0" dirty="0" err="1">
                <a:latin typeface="Calibri" panose="020F0502020204030204" charset="0"/>
                <a:cs typeface="Calibri" panose="020F0502020204030204" charset="0"/>
              </a:rPr>
              <a:t>разработать стурктурную схему</a:t>
            </a:r>
            <a:r>
              <a:rPr lang="ru-RU" altLang="x-none" baseline="0" dirty="0" err="1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ru-RU" altLang="x-none" sz="2400" baseline="0" dirty="0" err="1">
                <a:latin typeface="Calibri" panose="020F0502020204030204" charset="0"/>
                <a:cs typeface="Calibri" panose="020F0502020204030204" charset="0"/>
              </a:rPr>
              <a:t>ПО</a:t>
            </a:r>
            <a:r>
              <a:rPr lang="en-US" altLang="ru-RU" sz="2400" baseline="0" dirty="0" err="1">
                <a:latin typeface="Calibri" panose="020F0502020204030204" charset="0"/>
                <a:cs typeface="Calibri" panose="020F0502020204030204" charset="0"/>
              </a:rPr>
              <a:t>;</a:t>
            </a:r>
            <a:endParaRPr lang="ru-RU" altLang="x-none" sz="2400" baseline="0" dirty="0" err="1">
              <a:latin typeface="Calibri" panose="020F0502020204030204" charset="0"/>
              <a:cs typeface="Calibri" panose="020F0502020204030204" charset="0"/>
            </a:endParaRPr>
          </a:p>
          <a:p>
            <a:pPr marL="342900" indent="-215900" algn="just" defTabSz="914400" hangingPunct="1">
              <a:lnSpc>
                <a:spcPct val="150000"/>
              </a:lnSpc>
              <a:buSzPct val="100000"/>
              <a:buFont typeface="Calibri" panose="020F0502020204030204" charset="0"/>
              <a:buChar char="-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972800" algn="l"/>
                <a:tab pos="11887200" algn="l"/>
              </a:tabLst>
            </a:pPr>
            <a:r>
              <a:rPr lang="ru-RU" altLang="x-none" sz="2400" baseline="0" dirty="0" err="1">
                <a:latin typeface="Calibri" panose="020F0502020204030204" charset="0"/>
                <a:cs typeface="Calibri" panose="020F0502020204030204" charset="0"/>
              </a:rPr>
              <a:t>написать код приложения</a:t>
            </a:r>
            <a:r>
              <a:rPr lang="en-US" altLang="ru-RU" sz="2400" baseline="0" dirty="0" err="1">
                <a:latin typeface="Calibri" panose="020F0502020204030204" charset="0"/>
                <a:cs typeface="Calibri" panose="020F0502020204030204" charset="0"/>
              </a:rPr>
              <a:t>;</a:t>
            </a:r>
            <a:endParaRPr lang="ru-RU" altLang="x-none" sz="2400" baseline="0" dirty="0" err="1">
              <a:latin typeface="Calibri" panose="020F0502020204030204" charset="0"/>
              <a:cs typeface="Calibri" panose="020F0502020204030204" charset="0"/>
            </a:endParaRPr>
          </a:p>
          <a:p>
            <a:pPr marL="342900" indent="-215900" algn="just" defTabSz="914400" hangingPunct="1">
              <a:lnSpc>
                <a:spcPct val="150000"/>
              </a:lnSpc>
              <a:buSzPct val="100000"/>
              <a:buFont typeface="Calibri" panose="020F0502020204030204" charset="0"/>
              <a:buChar char="-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972800" algn="l"/>
                <a:tab pos="11887200" algn="l"/>
              </a:tabLst>
            </a:pPr>
            <a:r>
              <a:rPr lang="ru-RU" altLang="x-none" sz="2400" baseline="0" dirty="0" err="1">
                <a:latin typeface="Calibri" panose="020F0502020204030204" charset="0"/>
                <a:cs typeface="Calibri" panose="020F0502020204030204" charset="0"/>
              </a:rPr>
              <a:t>составить описание проекта и презентацию для защиты</a:t>
            </a:r>
            <a:r>
              <a:rPr lang="en-US" altLang="ru-RU" sz="2400" baseline="0" dirty="0" err="1">
                <a:latin typeface="Calibri" panose="020F0502020204030204" charset="0"/>
                <a:cs typeface="Calibri" panose="020F0502020204030204" charset="0"/>
              </a:rPr>
              <a:t>.</a:t>
            </a:r>
            <a:endParaRPr lang="en-US" altLang="ru-RU" sz="2400" baseline="0" dirty="0" err="1">
              <a:latin typeface="Calibri" panose="020F0502020204030204" charset="0"/>
              <a:ea typeface="Calibri" panose="020F0502020204030204" charset="0"/>
              <a:cs typeface="Calibri" panose="020F0502020204030204" charset="0"/>
            </a:endParaRPr>
          </a:p>
        </p:txBody>
      </p:sp>
      <p:pic>
        <p:nvPicPr>
          <p:cNvPr id="15362" name="Изображение 1536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00012" y="1524000"/>
            <a:ext cx="12192000" cy="61913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5363" name="Изображение 1536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988" y="284163"/>
            <a:ext cx="3141662" cy="111442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5364" name="Изображение 1536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89300" y="393700"/>
            <a:ext cx="6446838" cy="86677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5365" name="Изображение 1536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93363" y="222250"/>
            <a:ext cx="1238250" cy="1208088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  <p:transition spd="slow"/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6385" name="Прямоугольник 16384"/>
          <p:cNvSpPr/>
          <p:nvPr/>
        </p:nvSpPr>
        <p:spPr>
          <a:xfrm>
            <a:off x="481013" y="1852613"/>
            <a:ext cx="11537950" cy="3058795"/>
          </a:xfrm>
          <a:prstGeom prst="rect">
            <a:avLst/>
          </a:prstGeom>
          <a:noFill/>
          <a:ln w="9525">
            <a:noFill/>
          </a:ln>
        </p:spPr>
        <p:txBody>
          <a:bodyPr wrap="square" lIns="90000" tIns="45000" rIns="90000" bIns="45000" anchor="t" anchorCtr="0">
            <a:spAutoFit/>
          </a:bodyPr>
          <a:p>
            <a:pPr algn="ctr" defTabSz="914400" hangingPunct="1">
              <a:lnSpc>
                <a:spcPct val="15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972800" algn="l"/>
              </a:tabLst>
            </a:pPr>
            <a:r>
              <a:rPr lang="ru-RU" altLang="x-none" sz="3200" b="1" baseline="0" dirty="0" err="1">
                <a:latin typeface="Calibri" panose="020F0502020204030204" charset="0"/>
                <a:cs typeface="Calibri" panose="020F0502020204030204" charset="0"/>
              </a:rPr>
              <a:t>ЭТАПЫ РАБОТЫ НАД ПРОЕКТОМ</a:t>
            </a:r>
            <a:endParaRPr lang="ru-RU" altLang="x-none" sz="3200" b="1" baseline="0" dirty="0" err="1">
              <a:latin typeface="Calibri" panose="020F0502020204030204" charset="0"/>
              <a:cs typeface="Calibri" panose="020F0502020204030204" charset="0"/>
            </a:endParaRPr>
          </a:p>
          <a:p>
            <a:pPr defTabSz="914400" hangingPunct="1">
              <a:lnSpc>
                <a:spcPct val="15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972800" algn="l"/>
              </a:tabLst>
            </a:pPr>
            <a:endParaRPr lang="ru-RU" altLang="x-none" sz="2400" baseline="0" dirty="0" err="1">
              <a:latin typeface="Arial" panose="020B0604020202020204" pitchFamily="34" charset="0"/>
              <a:cs typeface="Calibri" panose="020F0502020204030204" charset="0"/>
            </a:endParaRPr>
          </a:p>
          <a:p>
            <a:pPr defTabSz="914400" hangingPunct="1">
              <a:lnSpc>
                <a:spcPct val="15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972800" algn="l"/>
              </a:tabLst>
            </a:pPr>
            <a:r>
              <a:rPr lang="ru-RU" altLang="x-none" sz="2400" baseline="0" dirty="0" err="1">
                <a:latin typeface="Calibri" panose="020F0502020204030204" charset="0"/>
                <a:cs typeface="Calibri" panose="020F0502020204030204" charset="0"/>
              </a:rPr>
              <a:t>1. Этап проектирования и анализа,</a:t>
            </a:r>
            <a:endParaRPr lang="ru-RU" altLang="x-none" sz="2400" baseline="0" dirty="0" err="1">
              <a:latin typeface="Calibri" panose="020F0502020204030204" charset="0"/>
              <a:cs typeface="Calibri" panose="020F0502020204030204" charset="0"/>
            </a:endParaRPr>
          </a:p>
          <a:p>
            <a:pPr defTabSz="914400" hangingPunct="1">
              <a:lnSpc>
                <a:spcPct val="15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972800" algn="l"/>
              </a:tabLst>
            </a:pPr>
            <a:r>
              <a:rPr lang="ru-RU" altLang="x-none" sz="2400" baseline="0" dirty="0" err="1">
                <a:latin typeface="Calibri" panose="020F0502020204030204" charset="0"/>
                <a:cs typeface="Calibri" panose="020F0502020204030204" charset="0"/>
              </a:rPr>
              <a:t>2. этап программной реализации,</a:t>
            </a:r>
            <a:endParaRPr lang="ru-RU" altLang="x-none" sz="2400" baseline="0" dirty="0" err="1">
              <a:latin typeface="Calibri" panose="020F0502020204030204" charset="0"/>
              <a:cs typeface="Calibri" panose="020F0502020204030204" charset="0"/>
            </a:endParaRPr>
          </a:p>
          <a:p>
            <a:pPr defTabSz="914400" hangingPunct="1">
              <a:lnSpc>
                <a:spcPct val="150000"/>
              </a:lnSpc>
              <a:spcAft>
                <a:spcPts val="2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972800" algn="l"/>
              </a:tabLst>
            </a:pPr>
            <a:r>
              <a:rPr lang="ru-RU" altLang="x-none" sz="2400" baseline="0" dirty="0" err="1">
                <a:latin typeface="Calibri" panose="020F0502020204030204" charset="0"/>
                <a:cs typeface="Calibri" panose="020F0502020204030204" charset="0"/>
              </a:rPr>
              <a:t>3. этап тестирования и отладки.</a:t>
            </a:r>
            <a:endParaRPr lang="ru-RU" altLang="x-none" sz="2400" baseline="0" dirty="0" err="1">
              <a:latin typeface="Calibri" panose="020F0502020204030204" charset="0"/>
              <a:ea typeface="Calibri" panose="020F0502020204030204" charset="0"/>
            </a:endParaRPr>
          </a:p>
        </p:txBody>
      </p:sp>
      <p:pic>
        <p:nvPicPr>
          <p:cNvPr id="16386" name="Изображение 1638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00012" y="1524000"/>
            <a:ext cx="12192000" cy="61913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6387" name="Изображение 1638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988" y="284163"/>
            <a:ext cx="3141662" cy="111442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6388" name="Изображение 1638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89300" y="393700"/>
            <a:ext cx="6446838" cy="86677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6389" name="Изображение 1638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93363" y="222250"/>
            <a:ext cx="1238250" cy="1208088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  <p:transition spd="slow"/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7409" name="Прямоугольник 17408"/>
          <p:cNvSpPr/>
          <p:nvPr/>
        </p:nvSpPr>
        <p:spPr>
          <a:xfrm>
            <a:off x="100330" y="1852930"/>
            <a:ext cx="11631295" cy="4199890"/>
          </a:xfrm>
          <a:prstGeom prst="rect">
            <a:avLst/>
          </a:prstGeom>
          <a:noFill/>
          <a:ln w="9525">
            <a:noFill/>
          </a:ln>
        </p:spPr>
        <p:txBody>
          <a:bodyPr wrap="square" lIns="90000" tIns="45000" rIns="90000" bIns="45000" anchor="t" anchorCtr="1">
            <a:spAutoFit/>
          </a:bodyPr>
          <a:p>
            <a:pPr algn="ctr" defTabSz="914400" hangingPunct="1">
              <a:lnSpc>
                <a:spcPct val="15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</a:tabLst>
            </a:pPr>
            <a:r>
              <a:rPr lang="ru-RU" altLang="x-none" sz="3200" b="1" baseline="0" dirty="0" err="1">
                <a:latin typeface="Calibri" panose="020F0502020204030204" charset="0"/>
                <a:cs typeface="Calibri" panose="020F0502020204030204" charset="0"/>
              </a:rPr>
              <a:t>ИСПОЛЬЗУЕМЫЕ ТЕХНОЛОГИИ И ОБОРУДОВАНИЕ</a:t>
            </a:r>
            <a:endParaRPr lang="ru-RU" altLang="x-none" sz="3200" b="1" baseline="0" dirty="0" err="1">
              <a:latin typeface="Calibri" panose="020F0502020204030204" charset="0"/>
              <a:cs typeface="Calibri" panose="020F0502020204030204" charset="0"/>
            </a:endParaRPr>
          </a:p>
          <a:p>
            <a:pPr marL="342900" indent="-342900" algn="ctr" defTabSz="914400" hangingPunct="1">
              <a:lnSpc>
                <a:spcPct val="150000"/>
              </a:lnSpc>
              <a:spcAft>
                <a:spcPts val="215"/>
              </a:spcAft>
              <a:buFont typeface="Wingdings" panose="05000000000000000000" charset="0"/>
              <a:buChar char="Ø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</a:tabLst>
            </a:pPr>
            <a:endParaRPr lang="ru-RU" altLang="x-none" sz="2400" baseline="0" dirty="0" err="1">
              <a:latin typeface="Arial" panose="020B0604020202020204" pitchFamily="34" charset="0"/>
              <a:cs typeface="Calibri" panose="020F0502020204030204" charset="0"/>
            </a:endParaRPr>
          </a:p>
          <a:p>
            <a:pPr marL="342900" indent="-342900" defTabSz="914400" hangingPunct="1">
              <a:lnSpc>
                <a:spcPct val="150000"/>
              </a:lnSpc>
              <a:buFont typeface="Wingdings" panose="05000000000000000000" charset="0"/>
              <a:buChar char="Ø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</a:tabLst>
            </a:pPr>
            <a:r>
              <a:rPr lang="ru-RU" altLang="x-none" sz="2400" baseline="0" dirty="0" err="1">
                <a:latin typeface="Calibri" panose="020F0502020204030204" charset="0"/>
                <a:cs typeface="Calibri" panose="020F0502020204030204" charset="0"/>
              </a:rPr>
              <a:t>Язык программирования Python 3.10,</a:t>
            </a:r>
            <a:endParaRPr lang="ru-RU" altLang="x-none" sz="2400" baseline="0" dirty="0" err="1">
              <a:latin typeface="Calibri" panose="020F0502020204030204" charset="0"/>
              <a:cs typeface="Calibri" panose="020F0502020204030204" charset="0"/>
            </a:endParaRPr>
          </a:p>
          <a:p>
            <a:pPr marL="342900" indent="-342900" defTabSz="914400" hangingPunct="1">
              <a:lnSpc>
                <a:spcPct val="150000"/>
              </a:lnSpc>
              <a:buFont typeface="Wingdings" panose="05000000000000000000" charset="0"/>
              <a:buChar char="Ø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</a:tabLst>
            </a:pPr>
            <a:r>
              <a:rPr lang="ru-RU" altLang="x-none" sz="2400" baseline="0" dirty="0" err="1">
                <a:latin typeface="Calibri" panose="020F0502020204030204" charset="0"/>
                <a:cs typeface="Calibri" panose="020F0502020204030204" charset="0"/>
              </a:rPr>
              <a:t>стандартная библиотека для реализации </a:t>
            </a:r>
            <a:r>
              <a:rPr lang="en-US" altLang="x-none" sz="2400" baseline="0" dirty="0" err="1">
                <a:latin typeface="Calibri" panose="020F0502020204030204" charset="0"/>
                <a:cs typeface="Calibri" panose="020F0502020204030204" charset="0"/>
              </a:rPr>
              <a:t>GUI</a:t>
            </a:r>
            <a:r>
              <a:rPr lang="ru-RU" altLang="x-none" sz="2400" baseline="0" dirty="0" err="1">
                <a:latin typeface="Calibri" panose="020F0502020204030204" charset="0"/>
                <a:cs typeface="Calibri" panose="020F0502020204030204" charset="0"/>
              </a:rPr>
              <a:t> Tkinter</a:t>
            </a:r>
            <a:r>
              <a:rPr lang="en-US" altLang="x-none" sz="2400" baseline="0" dirty="0" err="1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ru-RU" altLang="x-none" sz="2400" baseline="0" dirty="0" err="1">
                <a:latin typeface="Calibri" panose="020F0502020204030204" charset="0"/>
                <a:cs typeface="Calibri" panose="020F0502020204030204" charset="0"/>
              </a:rPr>
              <a:t>в </a:t>
            </a:r>
            <a:r>
              <a:rPr lang="en-US" altLang="x-none" sz="2400" baseline="0" dirty="0" err="1">
                <a:latin typeface="Calibri" panose="020F0502020204030204" charset="0"/>
                <a:cs typeface="Calibri" panose="020F0502020204030204" charset="0"/>
              </a:rPr>
              <a:t>Python</a:t>
            </a:r>
            <a:r>
              <a:rPr lang="ru-RU" altLang="x-none" sz="2400" baseline="0" dirty="0" err="1">
                <a:latin typeface="Calibri" panose="020F0502020204030204" charset="0"/>
                <a:cs typeface="Calibri" panose="020F0502020204030204" charset="0"/>
              </a:rPr>
              <a:t>,</a:t>
            </a:r>
            <a:endParaRPr lang="ru-RU" altLang="x-none" sz="2400" baseline="0" dirty="0" err="1">
              <a:latin typeface="Calibri" panose="020F0502020204030204" charset="0"/>
              <a:cs typeface="Calibri" panose="020F0502020204030204" charset="0"/>
            </a:endParaRPr>
          </a:p>
          <a:p>
            <a:pPr marL="342900" indent="-342900" defTabSz="914400" hangingPunct="1">
              <a:lnSpc>
                <a:spcPct val="150000"/>
              </a:lnSpc>
              <a:buFont typeface="Wingdings" panose="05000000000000000000" charset="0"/>
              <a:buChar char="Ø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</a:tabLst>
            </a:pPr>
            <a:r>
              <a:rPr lang="ru-RU" altLang="x-none" sz="2400" baseline="0" dirty="0" err="1">
                <a:latin typeface="Calibri" panose="020F0502020204030204" charset="0"/>
                <a:cs typeface="Calibri" panose="020F0502020204030204" charset="0"/>
              </a:rPr>
              <a:t>встроенная в Pyt</a:t>
            </a:r>
            <a:r>
              <a:rPr lang="en-US" altLang="x-none" sz="2400" baseline="0" dirty="0" err="1">
                <a:latin typeface="Calibri" panose="020F0502020204030204" charset="0"/>
                <a:cs typeface="Calibri" panose="020F0502020204030204" charset="0"/>
              </a:rPr>
              <a:t>h</a:t>
            </a:r>
            <a:r>
              <a:rPr lang="ru-RU" altLang="x-none" sz="2400" baseline="0" dirty="0" err="1">
                <a:latin typeface="Calibri" panose="020F0502020204030204" charset="0"/>
                <a:cs typeface="Calibri" panose="020F0502020204030204" charset="0"/>
              </a:rPr>
              <a:t>on библиотека для взаимодействия с БД SQLite.</a:t>
            </a:r>
            <a:endParaRPr lang="ru-RU" altLang="x-none" sz="2400" baseline="0" dirty="0" err="1">
              <a:latin typeface="Calibri" panose="020F0502020204030204" charset="0"/>
              <a:cs typeface="Calibri" panose="020F0502020204030204" charset="0"/>
            </a:endParaRPr>
          </a:p>
          <a:p>
            <a:pPr defTabSz="914400" hangingPunct="1">
              <a:lnSpc>
                <a:spcPct val="15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</a:tabLst>
            </a:pPr>
            <a:endParaRPr lang="ru-RU" altLang="x-none" sz="2400" baseline="0" dirty="0" err="1">
              <a:latin typeface="Arial" panose="020B0604020202020204" pitchFamily="34" charset="0"/>
              <a:cs typeface="Calibri" panose="020F0502020204030204" charset="0"/>
            </a:endParaRPr>
          </a:p>
          <a:p>
            <a:pPr defTabSz="914400" hangingPunct="1">
              <a:lnSpc>
                <a:spcPct val="15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</a:tabLst>
            </a:pPr>
            <a:endParaRPr lang="ru-RU" altLang="x-none" sz="2400" baseline="0" dirty="0" err="1">
              <a:latin typeface="Arial" panose="020B0604020202020204" pitchFamily="34" charset="0"/>
              <a:ea typeface="Calibri" panose="020F0502020204030204" charset="0"/>
            </a:endParaRPr>
          </a:p>
        </p:txBody>
      </p:sp>
      <p:pic>
        <p:nvPicPr>
          <p:cNvPr id="17410" name="Изображение 1740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00012" y="1524000"/>
            <a:ext cx="12192000" cy="61913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7411" name="Изображение 174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988" y="284163"/>
            <a:ext cx="3141662" cy="111442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7412" name="Изображение 174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89300" y="393700"/>
            <a:ext cx="6446838" cy="86677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7413" name="Изображение 1741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93363" y="222250"/>
            <a:ext cx="1238250" cy="1208088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  <p:transition spd="slow"/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8433" name="Изображение 1843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0240" y="1583690"/>
            <a:ext cx="3462338" cy="4586288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8434" name="Изображение 1843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00012" y="1524000"/>
            <a:ext cx="12192000" cy="61913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8435" name="Прямоугольник 18434"/>
          <p:cNvSpPr/>
          <p:nvPr/>
        </p:nvSpPr>
        <p:spPr>
          <a:xfrm>
            <a:off x="4655820" y="1711008"/>
            <a:ext cx="6888163" cy="581025"/>
          </a:xfrm>
          <a:prstGeom prst="rect">
            <a:avLst/>
          </a:prstGeom>
          <a:noFill/>
          <a:ln w="9525">
            <a:noFill/>
          </a:ln>
        </p:spPr>
        <p:txBody>
          <a:bodyPr wrap="square" lIns="90000" tIns="45000" rIns="90000" bIns="45000" anchor="t" anchorCtr="0">
            <a:spAutoFit/>
          </a:bodyPr>
          <a:p>
            <a:pPr algn="ctr" defTabSz="914400" hangingPunct="1">
              <a:lnSpc>
                <a:spcPct val="100000"/>
              </a:lnSpc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</a:tabLst>
            </a:pPr>
            <a:r>
              <a:rPr lang="ru-RU" altLang="x-none" sz="3200" b="1" baseline="0" dirty="0" err="1">
                <a:latin typeface="Calibri" panose="020F0502020204030204" charset="0"/>
                <a:cs typeface="Calibri" panose="020F0502020204030204" charset="0"/>
              </a:rPr>
              <a:t>МОДУЛИ И ИХ ВЗАИМОДЕЙСТВИЕ</a:t>
            </a:r>
            <a:endParaRPr lang="ru-RU" altLang="x-none" sz="3200" b="1" baseline="0" dirty="0" err="1">
              <a:latin typeface="Calibri" panose="020F0502020204030204" charset="0"/>
              <a:ea typeface="Calibri" panose="020F0502020204030204" charset="0"/>
            </a:endParaRPr>
          </a:p>
        </p:txBody>
      </p:sp>
      <p:pic>
        <p:nvPicPr>
          <p:cNvPr id="18436" name="Изображение 1843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4963" y="3190875"/>
            <a:ext cx="6421437" cy="2835275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8437" name="Прямоугольник 18436"/>
          <p:cNvSpPr/>
          <p:nvPr/>
        </p:nvSpPr>
        <p:spPr>
          <a:xfrm>
            <a:off x="6350" y="6143625"/>
            <a:ext cx="5399088" cy="460375"/>
          </a:xfrm>
          <a:prstGeom prst="rect">
            <a:avLst/>
          </a:prstGeom>
          <a:noFill/>
          <a:ln w="9525">
            <a:noFill/>
          </a:ln>
        </p:spPr>
        <p:txBody>
          <a:bodyPr wrap="square" lIns="90000" tIns="45000" rIns="90000" bIns="45000" anchor="t" anchorCtr="0">
            <a:spAutoFit/>
          </a:bodyPr>
          <a:p>
            <a:pPr defTabSz="914400" hangingPunct="1">
              <a:lnSpc>
                <a:spcPct val="100000"/>
              </a:lnSpc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</a:tabLst>
            </a:pPr>
            <a:r>
              <a:rPr lang="ru-RU" altLang="x-none" sz="2400" baseline="0" dirty="0" err="1">
                <a:latin typeface="Calibri" panose="020F0502020204030204" charset="0"/>
                <a:cs typeface="Calibri" panose="020F0502020204030204" charset="0"/>
              </a:rPr>
              <a:t>Диаграмма вариантов использования</a:t>
            </a:r>
            <a:endParaRPr lang="ru-RU" altLang="x-none" sz="2400" baseline="0" dirty="0" err="1">
              <a:latin typeface="Calibri" panose="020F0502020204030204" charset="0"/>
              <a:ea typeface="Calibri" panose="020F0502020204030204" charset="0"/>
            </a:endParaRPr>
          </a:p>
        </p:txBody>
      </p:sp>
      <p:sp>
        <p:nvSpPr>
          <p:cNvPr id="18438" name="Прямоугольник 18437"/>
          <p:cNvSpPr/>
          <p:nvPr/>
        </p:nvSpPr>
        <p:spPr>
          <a:xfrm>
            <a:off x="6578600" y="6140450"/>
            <a:ext cx="4087813" cy="460375"/>
          </a:xfrm>
          <a:prstGeom prst="rect">
            <a:avLst/>
          </a:prstGeom>
          <a:noFill/>
          <a:ln w="9525">
            <a:noFill/>
          </a:ln>
        </p:spPr>
        <p:txBody>
          <a:bodyPr wrap="square" lIns="90000" tIns="45000" rIns="90000" bIns="45000" anchor="t" anchorCtr="0">
            <a:spAutoFit/>
          </a:bodyPr>
          <a:p>
            <a:pPr defTabSz="914400" hangingPunct="1">
              <a:lnSpc>
                <a:spcPct val="100000"/>
              </a:lnSpc>
              <a:buNone/>
              <a:tabLst>
                <a:tab pos="914400" algn="l"/>
                <a:tab pos="1828800" algn="l"/>
                <a:tab pos="2743200" algn="l"/>
                <a:tab pos="3657600" algn="l"/>
              </a:tabLst>
            </a:pPr>
            <a:r>
              <a:rPr lang="ru-RU" altLang="x-none" sz="2400" baseline="0" dirty="0" err="1">
                <a:latin typeface="Calibri" panose="020F0502020204030204" charset="0"/>
                <a:cs typeface="Calibri" panose="020F0502020204030204" charset="0"/>
              </a:rPr>
              <a:t>Структурная диаграмма ПО</a:t>
            </a:r>
            <a:endParaRPr lang="ru-RU" altLang="x-none" sz="2400" baseline="0" dirty="0" err="1">
              <a:latin typeface="Calibri" panose="020F0502020204030204" charset="0"/>
              <a:ea typeface="Calibri" panose="020F0502020204030204" charset="0"/>
            </a:endParaRPr>
          </a:p>
        </p:txBody>
      </p:sp>
      <p:pic>
        <p:nvPicPr>
          <p:cNvPr id="18439" name="Изображение 1843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988" y="284163"/>
            <a:ext cx="3141662" cy="111442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8440" name="Изображение 1843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89300" y="393700"/>
            <a:ext cx="6446838" cy="86677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8441" name="Изображение 1844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93363" y="222250"/>
            <a:ext cx="1238250" cy="1208088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  <p:transition spd="slow"/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9457" name="Прямоугольник 19456"/>
          <p:cNvSpPr/>
          <p:nvPr/>
        </p:nvSpPr>
        <p:spPr>
          <a:xfrm>
            <a:off x="2060575" y="1398588"/>
            <a:ext cx="8332788" cy="1371600"/>
          </a:xfrm>
          <a:prstGeom prst="rect">
            <a:avLst/>
          </a:prstGeom>
          <a:noFill/>
          <a:ln w="9525">
            <a:noFill/>
          </a:ln>
        </p:spPr>
        <p:txBody>
          <a:bodyPr wrap="square" lIns="90000" tIns="45000" rIns="90000" bIns="45000" anchor="t" anchorCtr="0">
            <a:spAutoFit/>
          </a:bodyPr>
          <a:p>
            <a:pPr algn="ctr" defTabSz="914400" hangingPunct="1">
              <a:lnSpc>
                <a:spcPct val="100000"/>
              </a:lnSpc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</a:tabLst>
            </a:pPr>
            <a:r>
              <a:rPr lang="ru-RU" altLang="x-none" sz="3600" b="1" baseline="0" dirty="0" err="1">
                <a:latin typeface="Calibri" panose="020F0502020204030204" charset="0"/>
                <a:cs typeface="Calibri" panose="020F0502020204030204" charset="0"/>
              </a:rPr>
              <a:t>РАЗРАБОТКА КЛЮЧЕВЫХ АЛГОРИТМОВ</a:t>
            </a:r>
            <a:endParaRPr lang="ru-RU" altLang="x-none" sz="3600" b="1" baseline="0" dirty="0" err="1">
              <a:latin typeface="Calibri" panose="020F0502020204030204" charset="0"/>
              <a:cs typeface="Calibri" panose="020F0502020204030204" charset="0"/>
            </a:endParaRPr>
          </a:p>
          <a:p>
            <a:pPr defTabSz="914400" hangingPunct="1">
              <a:lnSpc>
                <a:spcPct val="100000"/>
              </a:lnSpc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</a:tabLst>
            </a:pPr>
            <a:endParaRPr lang="ru-RU" altLang="x-none" sz="2400" baseline="0" dirty="0" err="1">
              <a:latin typeface="Arial" panose="020B0604020202020204" pitchFamily="34" charset="0"/>
              <a:cs typeface="Calibri" panose="020F0502020204030204" charset="0"/>
            </a:endParaRPr>
          </a:p>
          <a:p>
            <a:pPr defTabSz="914400" hangingPunct="1">
              <a:lnSpc>
                <a:spcPct val="100000"/>
              </a:lnSpc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</a:tabLst>
            </a:pPr>
            <a:endParaRPr lang="ru-RU" altLang="x-none" sz="2400" baseline="0" dirty="0" err="1">
              <a:latin typeface="Arial" panose="020B0604020202020204" pitchFamily="34" charset="0"/>
              <a:ea typeface="Calibri" panose="020F0502020204030204" charset="0"/>
            </a:endParaRPr>
          </a:p>
        </p:txBody>
      </p:sp>
      <p:sp>
        <p:nvSpPr>
          <p:cNvPr id="19458" name="Прямоугольник 19457"/>
          <p:cNvSpPr/>
          <p:nvPr/>
        </p:nvSpPr>
        <p:spPr>
          <a:xfrm>
            <a:off x="163830" y="2063750"/>
            <a:ext cx="11941175" cy="4919345"/>
          </a:xfrm>
          <a:prstGeom prst="rect">
            <a:avLst/>
          </a:prstGeom>
          <a:noFill/>
          <a:ln w="9525">
            <a:noFill/>
          </a:ln>
        </p:spPr>
        <p:txBody>
          <a:bodyPr wrap="square" lIns="90000" tIns="45000" rIns="90000" bIns="45000" anchor="t" anchorCtr="0">
            <a:spAutoFit/>
          </a:bodyPr>
          <a:p>
            <a:pPr algn="just" defTabSz="914400" hangingPunct="1">
              <a:lnSpc>
                <a:spcPct val="150000"/>
              </a:lnSpc>
              <a:spcAft>
                <a:spcPts val="215"/>
              </a:spcAft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972800" algn="l"/>
                <a:tab pos="11887200" algn="l"/>
              </a:tabLst>
            </a:pPr>
            <a:r>
              <a:rPr lang="ru-RU" altLang="x-none" sz="2400" baseline="0" dirty="0" err="1">
                <a:latin typeface="Calibri" panose="020F0502020204030204" charset="0"/>
              </a:rPr>
              <a:t>	</a:t>
            </a:r>
            <a:r>
              <a:rPr lang="en-US" altLang="x-none" sz="2400" baseline="0" dirty="0" err="1">
                <a:latin typeface="Calibri" panose="020F0502020204030204" charset="0"/>
              </a:rPr>
              <a:t>Основной функцией этого приложения является определение того какие процедуры планового ТО нужно провести в ближайшее время на основе пробега автомобиля и учёт уже проведённых процедур. Центральным алгоритмом приложения является алгоритм определения статуса процедуры ТО на основе пробега. Его логика учитывает не только факт превышения интервала проведения процедуры ТО, но и вводит понятие «допуска» — процента от интервала, за который система предупреждает о скором ТО. Это позволяет </a:t>
            </a:r>
            <a:r>
              <a:rPr lang="en-US" altLang="x-none" sz="2400" baseline="0" dirty="0" err="1">
                <a:latin typeface="Calibri" panose="020F0502020204030204" charset="0"/>
              </a:rPr>
              <a:t>пользователю гибко адаптировать напоминания под свой стиль вождения и образ жизни.</a:t>
            </a:r>
            <a:endParaRPr lang="en-US" altLang="x-none" sz="2400" baseline="0" dirty="0" err="1">
              <a:latin typeface="Calibri" panose="020F0502020204030204" charset="0"/>
            </a:endParaRPr>
          </a:p>
          <a:p>
            <a:pPr algn="ctr" defTabSz="914400" hangingPunct="1">
              <a:lnSpc>
                <a:spcPct val="100000"/>
              </a:lnSpc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972800" algn="l"/>
                <a:tab pos="11887200" algn="l"/>
              </a:tabLst>
            </a:pPr>
            <a:endParaRPr lang="en-US" altLang="x-none" sz="2400" baseline="0" dirty="0" err="1">
              <a:latin typeface="Calibri" panose="020F0502020204030204" charset="0"/>
            </a:endParaRPr>
          </a:p>
        </p:txBody>
      </p:sp>
      <p:pic>
        <p:nvPicPr>
          <p:cNvPr id="19459" name="Изображение 1945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3988" y="284163"/>
            <a:ext cx="3141662" cy="111442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9460" name="Изображение 1945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9300" y="393700"/>
            <a:ext cx="6446838" cy="86677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9461" name="Изображение 1946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93363" y="222250"/>
            <a:ext cx="1238250" cy="1208088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  <p:transition spd="slow"/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9457" name="Прямоугольник 19456"/>
          <p:cNvSpPr/>
          <p:nvPr/>
        </p:nvSpPr>
        <p:spPr>
          <a:xfrm>
            <a:off x="2060575" y="1398588"/>
            <a:ext cx="8332788" cy="1371600"/>
          </a:xfrm>
          <a:prstGeom prst="rect">
            <a:avLst/>
          </a:prstGeom>
          <a:noFill/>
          <a:ln w="9525">
            <a:noFill/>
          </a:ln>
        </p:spPr>
        <p:txBody>
          <a:bodyPr wrap="square" lIns="90000" tIns="45000" rIns="90000" bIns="45000" anchor="t" anchorCtr="0">
            <a:spAutoFit/>
          </a:bodyPr>
          <a:p>
            <a:pPr algn="ctr" defTabSz="914400" hangingPunct="1">
              <a:lnSpc>
                <a:spcPct val="100000"/>
              </a:lnSpc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</a:tabLst>
            </a:pPr>
            <a:r>
              <a:rPr lang="ru-RU" altLang="x-none" sz="3600" b="1" baseline="0" dirty="0" err="1">
                <a:latin typeface="Calibri" panose="020F0502020204030204" charset="0"/>
                <a:cs typeface="Calibri" panose="020F0502020204030204" charset="0"/>
              </a:rPr>
              <a:t>РАЗРАБОТКА КЛЮЧЕВЫХ АЛГОРИТМОВ</a:t>
            </a:r>
            <a:endParaRPr lang="ru-RU" altLang="x-none" sz="3600" b="1" baseline="0" dirty="0" err="1">
              <a:latin typeface="Calibri" panose="020F0502020204030204" charset="0"/>
              <a:cs typeface="Calibri" panose="020F0502020204030204" charset="0"/>
            </a:endParaRPr>
          </a:p>
          <a:p>
            <a:pPr defTabSz="914400" hangingPunct="1">
              <a:lnSpc>
                <a:spcPct val="100000"/>
              </a:lnSpc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</a:tabLst>
            </a:pPr>
            <a:endParaRPr lang="ru-RU" altLang="x-none" sz="2400" baseline="0" dirty="0" err="1">
              <a:latin typeface="Arial" panose="020B0604020202020204" pitchFamily="34" charset="0"/>
              <a:cs typeface="Calibri" panose="020F0502020204030204" charset="0"/>
            </a:endParaRPr>
          </a:p>
          <a:p>
            <a:pPr defTabSz="914400" hangingPunct="1">
              <a:lnSpc>
                <a:spcPct val="100000"/>
              </a:lnSpc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</a:tabLst>
            </a:pPr>
            <a:endParaRPr lang="ru-RU" altLang="x-none" sz="2400" baseline="0" dirty="0" err="1">
              <a:latin typeface="Arial" panose="020B0604020202020204" pitchFamily="34" charset="0"/>
              <a:ea typeface="Calibri" panose="020F0502020204030204" charset="0"/>
            </a:endParaRPr>
          </a:p>
        </p:txBody>
      </p:sp>
      <p:sp>
        <p:nvSpPr>
          <p:cNvPr id="19458" name="Прямоугольник 19457"/>
          <p:cNvSpPr/>
          <p:nvPr/>
        </p:nvSpPr>
        <p:spPr>
          <a:xfrm>
            <a:off x="163830" y="2063750"/>
            <a:ext cx="11941175" cy="642620"/>
          </a:xfrm>
          <a:prstGeom prst="rect">
            <a:avLst/>
          </a:prstGeom>
          <a:noFill/>
          <a:ln w="9525">
            <a:noFill/>
          </a:ln>
        </p:spPr>
        <p:txBody>
          <a:bodyPr wrap="square" lIns="90000" tIns="45000" rIns="90000" bIns="45000" anchor="t" anchorCtr="0">
            <a:spAutoFit/>
          </a:bodyPr>
          <a:p>
            <a:pPr algn="just" defTabSz="914400" hangingPunct="1">
              <a:lnSpc>
                <a:spcPct val="150000"/>
              </a:lnSpc>
              <a:spcAft>
                <a:spcPts val="215"/>
              </a:spcAft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972800" algn="l"/>
                <a:tab pos="11887200" algn="l"/>
              </a:tabLst>
            </a:pPr>
            <a:r>
              <a:rPr lang="ru-RU" altLang="x-none" sz="2400" baseline="0" dirty="0" err="1">
                <a:latin typeface="Calibri" panose="020F0502020204030204" charset="0"/>
              </a:rPr>
              <a:t>	</a:t>
            </a:r>
            <a:endParaRPr lang="en-US" altLang="x-none" sz="2400" baseline="0" dirty="0" err="1">
              <a:latin typeface="Calibri" panose="020F0502020204030204" charset="0"/>
            </a:endParaRPr>
          </a:p>
        </p:txBody>
      </p:sp>
      <p:pic>
        <p:nvPicPr>
          <p:cNvPr id="19459" name="Изображение 1945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3988" y="284163"/>
            <a:ext cx="3141662" cy="111442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9460" name="Изображение 1945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9300" y="393700"/>
            <a:ext cx="6446838" cy="86677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9461" name="Изображение 1946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93363" y="222250"/>
            <a:ext cx="1238250" cy="1208088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2" name="Picture 12" descr="state_determine_dia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350" y="2753995"/>
            <a:ext cx="10889615" cy="3171825"/>
          </a:xfrm>
          <a:prstGeom prst="rect">
            <a:avLst/>
          </a:prstGeom>
        </p:spPr>
      </p:pic>
    </p:spTree>
  </p:cSld>
  <p:clrMapOvr>
    <a:masterClrMapping/>
  </p:clrMapOvr>
  <p:transition spd="slow"/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0481" name="Изображение 2048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3988" y="284163"/>
            <a:ext cx="3141662" cy="111442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20482" name="Изображение 2048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9300" y="393700"/>
            <a:ext cx="6446838" cy="86677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20483" name="Изображение 2048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93363" y="222250"/>
            <a:ext cx="1238250" cy="1208088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20484" name="Изображение 2048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30500" y="1433513"/>
            <a:ext cx="6669088" cy="5424487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  <p:transition spd="slow"/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1505" name="Изображение 2150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3988" y="284163"/>
            <a:ext cx="3141662" cy="111442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21506" name="Изображение 2150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9300" y="393700"/>
            <a:ext cx="6446838" cy="86677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21507" name="Изображение 2150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93363" y="222250"/>
            <a:ext cx="1238250" cy="1208088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21508" name="Изображение 2150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47975" y="1392238"/>
            <a:ext cx="7108825" cy="5465762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  <p:transition spd="slow"/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2529" name="Изображение 2252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3988" y="284163"/>
            <a:ext cx="3141662" cy="111442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22530" name="Изображение 2252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9300" y="393700"/>
            <a:ext cx="6446838" cy="86677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22531" name="Изображение 2253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93363" y="222250"/>
            <a:ext cx="1238250" cy="1208088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22532" name="Изображение 2253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09850" y="1398588"/>
            <a:ext cx="7358063" cy="5268912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  <p:transition spd="slow"/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3553" name="Прямоугольник 23552"/>
          <p:cNvSpPr/>
          <p:nvPr/>
        </p:nvSpPr>
        <p:spPr>
          <a:xfrm>
            <a:off x="0" y="1706563"/>
            <a:ext cx="12026900" cy="4574540"/>
          </a:xfrm>
          <a:prstGeom prst="rect">
            <a:avLst/>
          </a:prstGeom>
          <a:noFill/>
          <a:ln w="9525">
            <a:noFill/>
          </a:ln>
        </p:spPr>
        <p:txBody>
          <a:bodyPr wrap="square" lIns="90000" tIns="45000" rIns="90000" bIns="45000" anchor="t" anchorCtr="1">
            <a:spAutoFit/>
          </a:bodyPr>
          <a:p>
            <a:pPr algn="ctr" defTabSz="914400" hangingPunct="1">
              <a:lnSpc>
                <a:spcPct val="15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972800" algn="l"/>
                <a:tab pos="11887200" algn="l"/>
              </a:tabLst>
            </a:pPr>
            <a:r>
              <a:rPr lang="ru-RU" altLang="x-none" sz="3200" b="1" baseline="0" dirty="0" err="1">
                <a:latin typeface="Calibri" panose="020F0502020204030204" charset="0"/>
                <a:cs typeface="Calibri" panose="020F0502020204030204" charset="0"/>
              </a:rPr>
              <a:t>ОСНОВНЫЕ РЕЗУЛЬТАТЫ</a:t>
            </a:r>
            <a:endParaRPr lang="ru-RU" altLang="x-none" sz="3200" b="1" baseline="0" dirty="0" err="1">
              <a:latin typeface="Calibri" panose="020F0502020204030204" charset="0"/>
              <a:cs typeface="Calibri" panose="020F0502020204030204" charset="0"/>
            </a:endParaRPr>
          </a:p>
          <a:p>
            <a:pPr algn="just" defTabSz="914400" hangingPunct="1">
              <a:lnSpc>
                <a:spcPct val="15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972800" algn="l"/>
                <a:tab pos="11887200" algn="l"/>
              </a:tabLst>
            </a:pPr>
            <a:r>
              <a:rPr lang="en-US" altLang="x-none" sz="2400" baseline="0" dirty="0" err="1">
                <a:latin typeface="Calibri" panose="020F0502020204030204" charset="0"/>
                <a:cs typeface="Calibri" panose="020F0502020204030204" charset="0"/>
              </a:rPr>
              <a:t>		</a:t>
            </a:r>
            <a:r>
              <a:rPr lang="ru-RU" altLang="x-none" sz="2400" baseline="0" dirty="0" err="1">
                <a:latin typeface="Calibri" panose="020F0502020204030204" charset="0"/>
                <a:cs typeface="Calibri" panose="020F0502020204030204" charset="0"/>
              </a:rPr>
              <a:t>Было разработано desktop-приложение "Приложение для ведения автомобильного журнала" на языке программирования Python.</a:t>
            </a:r>
            <a:r>
              <a:rPr lang="en-US" altLang="ru-RU" sz="2400" baseline="0" dirty="0" err="1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ru-RU" altLang="x-none" sz="2400" baseline="0" dirty="0" err="1">
                <a:latin typeface="Calibri" panose="020F0502020204030204" charset="0"/>
                <a:cs typeface="Calibri" panose="020F0502020204030204" charset="0"/>
              </a:rPr>
              <a:t>Модульное тестирование продемонстрировало стабильную работу всех компонентов. База данных стабильно выполняет запросы на добавление, поиск и удаление записей. Настройки корректно загружаются и сохраняют графический интерфейс реагирует на действия пользователя без задержек.</a:t>
            </a:r>
            <a:endParaRPr lang="ru-RU" altLang="x-none" sz="2400" baseline="0" dirty="0" err="1">
              <a:latin typeface="Calibri" panose="020F0502020204030204" charset="0"/>
              <a:cs typeface="Calibri" panose="020F0502020204030204" charset="0"/>
            </a:endParaRPr>
          </a:p>
          <a:p>
            <a:pPr defTabSz="914400" hangingPunct="1">
              <a:lnSpc>
                <a:spcPct val="15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972800" algn="l"/>
                <a:tab pos="11887200" algn="l"/>
              </a:tabLst>
            </a:pPr>
            <a:endParaRPr lang="ru-RU" altLang="x-none" baseline="0" dirty="0" err="1">
              <a:latin typeface="Arial" panose="020B0604020202020204" pitchFamily="34" charset="0"/>
              <a:ea typeface="Calibri" panose="020F0502020204030204" charset="0"/>
            </a:endParaRPr>
          </a:p>
        </p:txBody>
      </p:sp>
      <p:pic>
        <p:nvPicPr>
          <p:cNvPr id="23554" name="Изображение 2355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00012" y="1524000"/>
            <a:ext cx="12192000" cy="61913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23555" name="Изображение 2355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988" y="284163"/>
            <a:ext cx="3141662" cy="111442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23556" name="Изображение 2355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89300" y="393700"/>
            <a:ext cx="6446838" cy="86677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23557" name="Изображение 2355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93363" y="222250"/>
            <a:ext cx="1238250" cy="1208088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  <p:transition spd="slow"/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4577" name="Прямоугольник 24576"/>
          <p:cNvSpPr/>
          <p:nvPr/>
        </p:nvSpPr>
        <p:spPr>
          <a:xfrm>
            <a:off x="0" y="1090613"/>
            <a:ext cx="11996738" cy="5676900"/>
          </a:xfrm>
          <a:prstGeom prst="rect">
            <a:avLst/>
          </a:prstGeom>
          <a:noFill/>
          <a:ln w="9525">
            <a:noFill/>
          </a:ln>
        </p:spPr>
        <p:txBody>
          <a:bodyPr wrap="square" lIns="90000" tIns="45000" rIns="90000" bIns="45000" anchor="t" anchorCtr="0">
            <a:spAutoFit/>
          </a:bodyPr>
          <a:p>
            <a:pPr algn="ctr" defTabSz="914400" hangingPunct="1">
              <a:lnSpc>
                <a:spcPct val="15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972800" algn="l"/>
                <a:tab pos="11887200" algn="l"/>
              </a:tabLst>
            </a:pPr>
            <a:r>
              <a:rPr lang="ru-RU" altLang="x-none" sz="3200" b="1" baseline="0" dirty="0" err="1">
                <a:latin typeface="Calibri" panose="020F0502020204030204" charset="0"/>
                <a:cs typeface="Calibri" panose="020F0502020204030204" charset="0"/>
              </a:rPr>
              <a:t>ПЕРСПЕКТИВЫ РАЗВИТИЯ</a:t>
            </a:r>
            <a:endParaRPr lang="ru-RU" altLang="x-none" sz="3200" b="1" baseline="0" dirty="0" err="1">
              <a:latin typeface="Calibri" panose="020F0502020204030204" charset="0"/>
              <a:cs typeface="Calibri" panose="020F0502020204030204" charset="0"/>
            </a:endParaRPr>
          </a:p>
          <a:p>
            <a:pPr algn="just" defTabSz="914400" hangingPunct="1">
              <a:lnSpc>
                <a:spcPct val="15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972800" algn="l"/>
                <a:tab pos="11887200" algn="l"/>
              </a:tabLst>
            </a:pPr>
            <a:r>
              <a:rPr lang="en-US" altLang="x-none" sz="2400" baseline="0" dirty="0" err="1">
                <a:latin typeface="Calibri" panose="020F0502020204030204" charset="0"/>
                <a:cs typeface="Calibri" panose="020F0502020204030204" charset="0"/>
              </a:rPr>
              <a:t>1.Реализовать поддержку нескольких автомобилей с переключателем между профилями </a:t>
            </a:r>
            <a:endParaRPr lang="en-US" altLang="x-none" sz="2400" baseline="0" dirty="0" err="1">
              <a:latin typeface="Calibri" panose="020F0502020204030204" charset="0"/>
              <a:cs typeface="Calibri" panose="020F0502020204030204" charset="0"/>
            </a:endParaRPr>
          </a:p>
          <a:p>
            <a:pPr algn="just" defTabSz="914400" hangingPunct="1">
              <a:lnSpc>
                <a:spcPct val="15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972800" algn="l"/>
                <a:tab pos="11887200" algn="l"/>
              </a:tabLst>
            </a:pPr>
            <a:r>
              <a:rPr lang="en-US" altLang="x-none" sz="2400" baseline="0" dirty="0" err="1">
                <a:latin typeface="Calibri" panose="020F0502020204030204" charset="0"/>
                <a:cs typeface="Calibri" panose="020F0502020204030204" charset="0"/>
              </a:rPr>
              <a:t>на одном устройстве. </a:t>
            </a:r>
            <a:endParaRPr lang="en-US" altLang="x-none" sz="2400" baseline="0" dirty="0" err="1">
              <a:latin typeface="Calibri" panose="020F0502020204030204" charset="0"/>
              <a:cs typeface="Calibri" panose="020F0502020204030204" charset="0"/>
            </a:endParaRPr>
          </a:p>
          <a:p>
            <a:pPr algn="just" defTabSz="914400" hangingPunct="1">
              <a:lnSpc>
                <a:spcPct val="15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972800" algn="l"/>
                <a:tab pos="11887200" algn="l"/>
              </a:tabLst>
            </a:pPr>
            <a:r>
              <a:rPr lang="en-US" altLang="x-none" sz="2400" baseline="0" dirty="0" err="1">
                <a:latin typeface="Calibri" panose="020F0502020204030204" charset="0"/>
                <a:cs typeface="Calibri" panose="020F0502020204030204" charset="0"/>
              </a:rPr>
              <a:t>2.Синхронизация с внешними устройствами: Реализация возможности импорта текущего </a:t>
            </a:r>
            <a:endParaRPr lang="en-US" altLang="x-none" sz="2400" baseline="0" dirty="0" err="1">
              <a:latin typeface="Calibri" panose="020F0502020204030204" charset="0"/>
              <a:cs typeface="Calibri" panose="020F0502020204030204" charset="0"/>
            </a:endParaRPr>
          </a:p>
          <a:p>
            <a:pPr algn="just" defTabSz="914400" hangingPunct="1">
              <a:lnSpc>
                <a:spcPct val="15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972800" algn="l"/>
                <a:tab pos="11887200" algn="l"/>
              </a:tabLst>
            </a:pPr>
            <a:r>
              <a:rPr lang="en-US" altLang="x-none" sz="2400" baseline="0" dirty="0" err="1">
                <a:latin typeface="Calibri" panose="020F0502020204030204" charset="0"/>
                <a:cs typeface="Calibri" panose="020F0502020204030204" charset="0"/>
              </a:rPr>
              <a:t>пробега. </a:t>
            </a:r>
            <a:endParaRPr lang="en-US" altLang="x-none" sz="2400" baseline="0" dirty="0" err="1">
              <a:latin typeface="Calibri" panose="020F0502020204030204" charset="0"/>
              <a:cs typeface="Calibri" panose="020F0502020204030204" charset="0"/>
            </a:endParaRPr>
          </a:p>
          <a:p>
            <a:pPr algn="just" defTabSz="914400" hangingPunct="1">
              <a:lnSpc>
                <a:spcPct val="15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972800" algn="l"/>
                <a:tab pos="11887200" algn="l"/>
              </a:tabLst>
            </a:pPr>
            <a:r>
              <a:rPr lang="en-US" altLang="x-none" sz="2400" baseline="0" dirty="0" err="1">
                <a:latin typeface="Calibri" panose="020F0502020204030204" charset="0"/>
                <a:cs typeface="Calibri" panose="020F0502020204030204" charset="0"/>
              </a:rPr>
              <a:t>3.Создать легковесное облачное бэкенд для резервного копирования данных и синхронизации истории между несколькими устройствами пользователя (ПК, смартфон).</a:t>
            </a:r>
            <a:endParaRPr lang="en-US" altLang="x-none" sz="2400" baseline="0" dirty="0" err="1">
              <a:latin typeface="Calibri" panose="020F0502020204030204" charset="0"/>
              <a:cs typeface="Calibri" panose="020F0502020204030204" charset="0"/>
            </a:endParaRPr>
          </a:p>
          <a:p>
            <a:pPr algn="just" defTabSz="914400" hangingPunct="1">
              <a:lnSpc>
                <a:spcPct val="15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972800" algn="l"/>
                <a:tab pos="11887200" algn="l"/>
              </a:tabLst>
            </a:pPr>
            <a:r>
              <a:rPr lang="en-US" altLang="x-none" sz="2400" baseline="0" dirty="0" err="1">
                <a:latin typeface="Calibri" panose="020F0502020204030204" charset="0"/>
                <a:cs typeface="Calibri" panose="020F0502020204030204" charset="0"/>
              </a:rPr>
              <a:t>4. Создание мобильной версии: разработка мобильной версии на том же логическом ядре, но с интерфейсом, адаптированным для смартфонов.</a:t>
            </a:r>
            <a:endParaRPr lang="en-US" altLang="x-none" sz="2400" baseline="0" dirty="0" err="1">
              <a:latin typeface="Calibri" panose="020F0502020204030204" charset="0"/>
              <a:cs typeface="Calibri" panose="020F0502020204030204" charset="0"/>
            </a:endParaRPr>
          </a:p>
          <a:p>
            <a:pPr defTabSz="914400" hangingPunct="1">
              <a:lnSpc>
                <a:spcPct val="15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972800" algn="l"/>
                <a:tab pos="11887200" algn="l"/>
              </a:tabLst>
            </a:pPr>
            <a:endParaRPr lang="ru-RU" altLang="x-none" baseline="0" dirty="0" err="1">
              <a:latin typeface="Arial" panose="020B0604020202020204" pitchFamily="34" charset="0"/>
              <a:ea typeface="Calibri" panose="020F0502020204030204" charset="0"/>
            </a:endParaRPr>
          </a:p>
        </p:txBody>
      </p:sp>
      <p:pic>
        <p:nvPicPr>
          <p:cNvPr id="24578" name="Изображение 2457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3988" y="168275"/>
            <a:ext cx="3141662" cy="111442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24579" name="Изображение 2457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9300" y="220663"/>
            <a:ext cx="6446838" cy="86677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24580" name="Изображение 2457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07650" y="49213"/>
            <a:ext cx="1238250" cy="1208087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  <p:transition spd="slow"/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5601" name="Прямоугольник 25600"/>
          <p:cNvSpPr/>
          <p:nvPr/>
        </p:nvSpPr>
        <p:spPr>
          <a:xfrm>
            <a:off x="0" y="3103563"/>
            <a:ext cx="12192000" cy="922337"/>
          </a:xfrm>
          <a:prstGeom prst="rect">
            <a:avLst/>
          </a:prstGeom>
          <a:noFill/>
          <a:ln w="9525">
            <a:noFill/>
          </a:ln>
        </p:spPr>
        <p:txBody>
          <a:bodyPr wrap="square" lIns="90000" tIns="45000" rIns="90000" bIns="45000" anchor="t" anchorCtr="0">
            <a:spAutoFit/>
          </a:bodyPr>
          <a:p>
            <a:pPr algn="ctr" defTabSz="914400" hangingPunct="1">
              <a:lnSpc>
                <a:spcPct val="10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972800" algn="l"/>
                <a:tab pos="11887200" algn="l"/>
              </a:tabLst>
            </a:pPr>
            <a:r>
              <a:rPr lang="ru-RU" altLang="x-none" sz="5400" b="1" baseline="0" dirty="0" err="1">
                <a:latin typeface="Arial Black" panose="020B0A04020102020204" charset="0"/>
                <a:cs typeface="Arial Black" panose="020B0A04020102020204" charset="0"/>
              </a:rPr>
              <a:t>СПАСИБО ЗА ВНИМАНИЕ!</a:t>
            </a:r>
            <a:endParaRPr lang="ru-RU" altLang="x-none" sz="5400" b="1" baseline="0" dirty="0" err="1">
              <a:latin typeface="Arial Black" panose="020B0A04020102020204" charset="0"/>
              <a:ea typeface="Arial Black" panose="020B0A04020102020204" charset="0"/>
            </a:endParaRPr>
          </a:p>
        </p:txBody>
      </p:sp>
      <p:pic>
        <p:nvPicPr>
          <p:cNvPr id="25602" name="Изображение 2560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00012" y="1524000"/>
            <a:ext cx="12192000" cy="61913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25603" name="Изображение 2560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988" y="284163"/>
            <a:ext cx="3141662" cy="111442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25604" name="Изображение 2560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89300" y="393700"/>
            <a:ext cx="6446838" cy="86677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25605" name="Изображение 2560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93363" y="222250"/>
            <a:ext cx="1238250" cy="1208088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  <p:transition spd="slow"/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7"/>
      </a:accent6>
      <a:hlink>
        <a:srgbClr val="CCCCFF"/>
      </a:hlink>
      <a:folHlink>
        <a:srgbClr val="B2B2B2"/>
      </a:folHlink>
    </a:clrScheme>
    <a:fontScheme name="">
      <a:majorFont>
        <a:latin typeface="Calibri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raClrSchemeLst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7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FFFFFF"/>
        </a:dk1>
        <a:lt1>
          <a:srgbClr val="0000FF"/>
        </a:lt1>
        <a:dk2>
          <a:srgbClr val="FFFF00"/>
        </a:dk2>
        <a:lt2>
          <a:srgbClr val="0000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CDCDC"/>
        </a:accent4>
        <a:accent5>
          <a:srgbClr val="FFCAAA"/>
        </a:accent5>
        <a:accent6>
          <a:srgbClr val="00E5E5"/>
        </a:accent6>
        <a:hlink>
          <a:srgbClr val="FF0000"/>
        </a:hlink>
        <a:folHlink>
          <a:srgbClr val="96969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2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27272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9"/>
        </a:accent5>
        <a:accent6>
          <a:srgbClr val="0000E5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BE5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9E5B7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7"/>
      </a:accent6>
      <a:hlink>
        <a:srgbClr val="CCCCFF"/>
      </a:hlink>
      <a:folHlink>
        <a:srgbClr val="B2B2B2"/>
      </a:folHlink>
    </a:clrScheme>
    <a:fontScheme name="">
      <a:majorFont>
        <a:latin typeface="Calibri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raClrSchemeLst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7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FFFFFF"/>
        </a:dk1>
        <a:lt1>
          <a:srgbClr val="0000FF"/>
        </a:lt1>
        <a:dk2>
          <a:srgbClr val="FFFF00"/>
        </a:dk2>
        <a:lt2>
          <a:srgbClr val="0000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CDCDC"/>
        </a:accent4>
        <a:accent5>
          <a:srgbClr val="FFCAAA"/>
        </a:accent5>
        <a:accent6>
          <a:srgbClr val="00E5E5"/>
        </a:accent6>
        <a:hlink>
          <a:srgbClr val="FF0000"/>
        </a:hlink>
        <a:folHlink>
          <a:srgbClr val="96969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2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27272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9"/>
        </a:accent5>
        <a:accent6>
          <a:srgbClr val="0000E5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BE5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9E5B7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7"/>
      </a:accent6>
      <a:hlink>
        <a:srgbClr val="CCCCFF"/>
      </a:hlink>
      <a:folHlink>
        <a:srgbClr val="B2B2B2"/>
      </a:folHlink>
    </a:clrScheme>
    <a:fontScheme name="">
      <a:majorFont>
        <a:latin typeface="Calibri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raClrSchemeLst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7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FFFFFF"/>
        </a:dk1>
        <a:lt1>
          <a:srgbClr val="0000FF"/>
        </a:lt1>
        <a:dk2>
          <a:srgbClr val="FFFF00"/>
        </a:dk2>
        <a:lt2>
          <a:srgbClr val="0000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CDCDC"/>
        </a:accent4>
        <a:accent5>
          <a:srgbClr val="FFCAAA"/>
        </a:accent5>
        <a:accent6>
          <a:srgbClr val="00E5E5"/>
        </a:accent6>
        <a:hlink>
          <a:srgbClr val="FF0000"/>
        </a:hlink>
        <a:folHlink>
          <a:srgbClr val="96969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2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27272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9"/>
        </a:accent5>
        <a:accent6>
          <a:srgbClr val="0000E5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BE5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9E5B7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7"/>
      </a:accent6>
      <a:hlink>
        <a:srgbClr val="CCCCFF"/>
      </a:hlink>
      <a:folHlink>
        <a:srgbClr val="B2B2B2"/>
      </a:folHlink>
    </a:clrScheme>
    <a:fontScheme name="">
      <a:majorFont>
        <a:latin typeface="Calibri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raClrSchemeLst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7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FFFFFF"/>
        </a:dk1>
        <a:lt1>
          <a:srgbClr val="0000FF"/>
        </a:lt1>
        <a:dk2>
          <a:srgbClr val="FFFF00"/>
        </a:dk2>
        <a:lt2>
          <a:srgbClr val="0000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CDCDC"/>
        </a:accent4>
        <a:accent5>
          <a:srgbClr val="FFCAAA"/>
        </a:accent5>
        <a:accent6>
          <a:srgbClr val="00E5E5"/>
        </a:accent6>
        <a:hlink>
          <a:srgbClr val="FF0000"/>
        </a:hlink>
        <a:folHlink>
          <a:srgbClr val="96969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2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27272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9"/>
        </a:accent5>
        <a:accent6>
          <a:srgbClr val="0000E5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BE5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9E5B7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7"/>
      </a:accent6>
      <a:hlink>
        <a:srgbClr val="CCCCFF"/>
      </a:hlink>
      <a:folHlink>
        <a:srgbClr val="B2B2B2"/>
      </a:folHlink>
    </a:clrScheme>
    <a:fontScheme name="">
      <a:majorFont>
        <a:latin typeface="Calibri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raClrSchemeLst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7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FFFFFF"/>
        </a:dk1>
        <a:lt1>
          <a:srgbClr val="0000FF"/>
        </a:lt1>
        <a:dk2>
          <a:srgbClr val="FFFF00"/>
        </a:dk2>
        <a:lt2>
          <a:srgbClr val="0000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CDCDC"/>
        </a:accent4>
        <a:accent5>
          <a:srgbClr val="FFCAAA"/>
        </a:accent5>
        <a:accent6>
          <a:srgbClr val="00E5E5"/>
        </a:accent6>
        <a:hlink>
          <a:srgbClr val="FF0000"/>
        </a:hlink>
        <a:folHlink>
          <a:srgbClr val="96969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2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27272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9"/>
        </a:accent5>
        <a:accent6>
          <a:srgbClr val="0000E5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BE5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9E5B7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7"/>
      </a:accent6>
      <a:hlink>
        <a:srgbClr val="CCCCFF"/>
      </a:hlink>
      <a:folHlink>
        <a:srgbClr val="B2B2B2"/>
      </a:folHlink>
    </a:clrScheme>
    <a:fontScheme name="">
      <a:majorFont>
        <a:latin typeface="Calibri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raClrSchemeLst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7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FFFFFF"/>
        </a:dk1>
        <a:lt1>
          <a:srgbClr val="0000FF"/>
        </a:lt1>
        <a:dk2>
          <a:srgbClr val="FFFF00"/>
        </a:dk2>
        <a:lt2>
          <a:srgbClr val="0000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CDCDC"/>
        </a:accent4>
        <a:accent5>
          <a:srgbClr val="FFCAAA"/>
        </a:accent5>
        <a:accent6>
          <a:srgbClr val="00E5E5"/>
        </a:accent6>
        <a:hlink>
          <a:srgbClr val="FF0000"/>
        </a:hlink>
        <a:folHlink>
          <a:srgbClr val="96969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2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27272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9"/>
        </a:accent5>
        <a:accent6>
          <a:srgbClr val="0000E5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BE5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9E5B7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7.xml><?xml version="1.0" encoding="utf-8"?>
<a:theme xmlns:a="http://schemas.openxmlformats.org/drawingml/2006/mai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7"/>
      </a:accent6>
      <a:hlink>
        <a:srgbClr val="CCCCFF"/>
      </a:hlink>
      <a:folHlink>
        <a:srgbClr val="B2B2B2"/>
      </a:folHlink>
    </a:clrScheme>
    <a:fontScheme name="">
      <a:majorFont>
        <a:latin typeface="Calibri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raClrSchemeLst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7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FFFFFF"/>
        </a:dk1>
        <a:lt1>
          <a:srgbClr val="0000FF"/>
        </a:lt1>
        <a:dk2>
          <a:srgbClr val="FFFF00"/>
        </a:dk2>
        <a:lt2>
          <a:srgbClr val="0000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CDCDC"/>
        </a:accent4>
        <a:accent5>
          <a:srgbClr val="FFCAAA"/>
        </a:accent5>
        <a:accent6>
          <a:srgbClr val="00E5E5"/>
        </a:accent6>
        <a:hlink>
          <a:srgbClr val="FF0000"/>
        </a:hlink>
        <a:folHlink>
          <a:srgbClr val="96969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2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27272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9"/>
        </a:accent5>
        <a:accent6>
          <a:srgbClr val="0000E5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BE5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9E5B7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8.xml><?xml version="1.0" encoding="utf-8"?>
<a:theme xmlns:a="http://schemas.openxmlformats.org/drawingml/2006/mai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7"/>
      </a:accent6>
      <a:hlink>
        <a:srgbClr val="CCCCFF"/>
      </a:hlink>
      <a:folHlink>
        <a:srgbClr val="B2B2B2"/>
      </a:folHlink>
    </a:clrScheme>
    <a:fontScheme name="">
      <a:majorFont>
        <a:latin typeface="Calibri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raClrSchemeLst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7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FFFFFF"/>
        </a:dk1>
        <a:lt1>
          <a:srgbClr val="0000FF"/>
        </a:lt1>
        <a:dk2>
          <a:srgbClr val="FFFF00"/>
        </a:dk2>
        <a:lt2>
          <a:srgbClr val="0000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CDCDC"/>
        </a:accent4>
        <a:accent5>
          <a:srgbClr val="FFCAAA"/>
        </a:accent5>
        <a:accent6>
          <a:srgbClr val="00E5E5"/>
        </a:accent6>
        <a:hlink>
          <a:srgbClr val="FF0000"/>
        </a:hlink>
        <a:folHlink>
          <a:srgbClr val="96969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2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27272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9"/>
        </a:accent5>
        <a:accent6>
          <a:srgbClr val="0000E5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BE5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9E5B7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9.xml><?xml version="1.0" encoding="utf-8"?>
<a:theme xmlns:a="http://schemas.openxmlformats.org/drawingml/2006/mai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7"/>
      </a:accent6>
      <a:hlink>
        <a:srgbClr val="CCCCFF"/>
      </a:hlink>
      <a:folHlink>
        <a:srgbClr val="B2B2B2"/>
      </a:folHlink>
    </a:clrScheme>
    <a:fontScheme name="">
      <a:majorFont>
        <a:latin typeface="Calibri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raClrSchemeLst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7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FFFFFF"/>
        </a:dk1>
        <a:lt1>
          <a:srgbClr val="0000FF"/>
        </a:lt1>
        <a:dk2>
          <a:srgbClr val="FFFF00"/>
        </a:dk2>
        <a:lt2>
          <a:srgbClr val="0000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CDCDC"/>
        </a:accent4>
        <a:accent5>
          <a:srgbClr val="FFCAAA"/>
        </a:accent5>
        <a:accent6>
          <a:srgbClr val="00E5E5"/>
        </a:accent6>
        <a:hlink>
          <a:srgbClr val="FF0000"/>
        </a:hlink>
        <a:folHlink>
          <a:srgbClr val="96969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2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27272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9"/>
        </a:accent5>
        <a:accent6>
          <a:srgbClr val="0000E5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BE5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9E5B7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0.xml><?xml version="1.0" encoding="utf-8"?>
<a:theme xmlns:a="http://schemas.openxmlformats.org/drawingml/2006/mai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7"/>
      </a:accent6>
      <a:hlink>
        <a:srgbClr val="CCCCFF"/>
      </a:hlink>
      <a:folHlink>
        <a:srgbClr val="B2B2B2"/>
      </a:folHlink>
    </a:clrScheme>
    <a:fontScheme name="">
      <a:majorFont>
        <a:latin typeface="Calibri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raClrSchemeLst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7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FFFFFF"/>
        </a:dk1>
        <a:lt1>
          <a:srgbClr val="0000FF"/>
        </a:lt1>
        <a:dk2>
          <a:srgbClr val="FFFF00"/>
        </a:dk2>
        <a:lt2>
          <a:srgbClr val="0000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CDCDC"/>
        </a:accent4>
        <a:accent5>
          <a:srgbClr val="FFCAAA"/>
        </a:accent5>
        <a:accent6>
          <a:srgbClr val="00E5E5"/>
        </a:accent6>
        <a:hlink>
          <a:srgbClr val="FF0000"/>
        </a:hlink>
        <a:folHlink>
          <a:srgbClr val="96969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2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27272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9"/>
        </a:accent5>
        <a:accent6>
          <a:srgbClr val="0000E5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BE5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9E5B7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1.xml><?xml version="1.0" encoding="utf-8"?>
<a:theme xmlns:a="http://schemas.openxmlformats.org/drawingml/2006/mai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7"/>
      </a:accent6>
      <a:hlink>
        <a:srgbClr val="CCCCFF"/>
      </a:hlink>
      <a:folHlink>
        <a:srgbClr val="B2B2B2"/>
      </a:folHlink>
    </a:clrScheme>
    <a:fontScheme name="">
      <a:majorFont>
        <a:latin typeface="Calibri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raClrSchemeLst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7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FFFFFF"/>
        </a:dk1>
        <a:lt1>
          <a:srgbClr val="0000FF"/>
        </a:lt1>
        <a:dk2>
          <a:srgbClr val="FFFF00"/>
        </a:dk2>
        <a:lt2>
          <a:srgbClr val="0000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CDCDC"/>
        </a:accent4>
        <a:accent5>
          <a:srgbClr val="FFCAAA"/>
        </a:accent5>
        <a:accent6>
          <a:srgbClr val="00E5E5"/>
        </a:accent6>
        <a:hlink>
          <a:srgbClr val="FF0000"/>
        </a:hlink>
        <a:folHlink>
          <a:srgbClr val="96969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2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27272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9"/>
        </a:accent5>
        <a:accent6>
          <a:srgbClr val="0000E5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BE5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9E5B7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2.xml><?xml version="1.0" encoding="utf-8"?>
<a:theme xmlns:a="http://schemas.openxmlformats.org/drawingml/2006/main" name="1_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7"/>
      </a:accent6>
      <a:hlink>
        <a:srgbClr val="CCCCFF"/>
      </a:hlink>
      <a:folHlink>
        <a:srgbClr val="B2B2B2"/>
      </a:folHlink>
    </a:clrScheme>
    <a:fontScheme name="">
      <a:majorFont>
        <a:latin typeface="Calibri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raClrSchemeLst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7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FFFFFF"/>
        </a:dk1>
        <a:lt1>
          <a:srgbClr val="0000FF"/>
        </a:lt1>
        <a:dk2>
          <a:srgbClr val="FFFF00"/>
        </a:dk2>
        <a:lt2>
          <a:srgbClr val="0000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CDCDC"/>
        </a:accent4>
        <a:accent5>
          <a:srgbClr val="FFCAAA"/>
        </a:accent5>
        <a:accent6>
          <a:srgbClr val="00E5E5"/>
        </a:accent6>
        <a:hlink>
          <a:srgbClr val="FF0000"/>
        </a:hlink>
        <a:folHlink>
          <a:srgbClr val="96969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2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27272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9"/>
        </a:accent5>
        <a:accent6>
          <a:srgbClr val="0000E5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BE5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9E5B7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3.xml><?xml version="1.0" encoding="utf-8"?>
<a:theme xmlns:a="http://schemas.openxmlformats.org/drawingml/2006/main" name="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7"/>
      </a:accent6>
      <a:hlink>
        <a:srgbClr val="CCCCFF"/>
      </a:hlink>
      <a:folHlink>
        <a:srgbClr val="B2B2B2"/>
      </a:folHlink>
    </a:clrScheme>
    <a:fontScheme name="Cambria-Calibri">
      <a:majorFont>
        <a:latin typeface="Cambria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明朝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07-2010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atMod val="350000"/>
                <a:shade val="99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3157</Words>
  <Application>WPS Presentation</Application>
  <PresentationFormat/>
  <Paragraphs>76</Paragraphs>
  <Slides>14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12</vt:i4>
      </vt:variant>
      <vt:variant>
        <vt:lpstr>幻灯片标题</vt:lpstr>
      </vt:variant>
      <vt:variant>
        <vt:i4>14</vt:i4>
      </vt:variant>
    </vt:vector>
  </HeadingPairs>
  <TitlesOfParts>
    <vt:vector size="36" baseType="lpstr">
      <vt:lpstr>Arial</vt:lpstr>
      <vt:lpstr>SimSun</vt:lpstr>
      <vt:lpstr>Wingdings</vt:lpstr>
      <vt:lpstr>Times New Roman</vt:lpstr>
      <vt:lpstr>Microsoft YaHei</vt:lpstr>
      <vt:lpstr>Calibri</vt:lpstr>
      <vt:lpstr>Segoe UI</vt:lpstr>
      <vt:lpstr>Arial Black</vt:lpstr>
      <vt:lpstr>Wingdings</vt:lpstr>
      <vt:lpstr>Arial Unicode MS</vt:lpstr>
      <vt:lpstr/>
      <vt:lpstr/>
      <vt:lpstr/>
      <vt:lpstr/>
      <vt:lpstr/>
      <vt:lpstr/>
      <vt:lpstr/>
      <vt:lpstr/>
      <vt:lpstr/>
      <vt:lpstr/>
      <vt:lpstr/>
      <vt:lpstr>1_</vt:lpstr>
      <vt:lpstr>Приложение для ведения автомобильного журнала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Alexander Grachev</cp:lastModifiedBy>
  <cp:revision>24</cp:revision>
  <dcterms:created xsi:type="dcterms:W3CDTF">2026-01-20T13:34:00Z</dcterms:created>
  <dcterms:modified xsi:type="dcterms:W3CDTF">2026-02-27T09:08:04Z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14.0000</vt:lpwstr>
  </property>
  <property fmtid="{D5CDD505-2E9C-101B-9397-08002B2CF9AE}" pid="3" name="ICV">
    <vt:lpwstr>E6F5FF824ECE40449015F2A02FA771EF_12</vt:lpwstr>
  </property>
  <property fmtid="{D5CDD505-2E9C-101B-9397-08002B2CF9AE}" pid="4" name="KSOProductBuildVer">
    <vt:lpwstr>1049-12.2.0.23196</vt:lpwstr>
  </property>
  <property fmtid="{D5CDD505-2E9C-101B-9397-08002B2CF9AE}" pid="5" name="PresentationFormat">
    <vt:lpwstr>Широкоэкранный</vt:lpwstr>
  </property>
  <property fmtid="{D5CDD505-2E9C-101B-9397-08002B2CF9AE}" pid="6" name="Slides">
    <vt:i4>10</vt:i4>
  </property>
</Properties>
</file>