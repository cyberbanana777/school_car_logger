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  <p:sldMasterId id="2147483672" r:id="rId4"/>
    <p:sldMasterId id="2147483684" r:id="rId5"/>
    <p:sldMasterId id="2147483696" r:id="rId6"/>
    <p:sldMasterId id="2147483708" r:id="rId7"/>
    <p:sldMasterId id="2147483720" r:id="rId8"/>
    <p:sldMasterId id="2147483732" r:id="rId9"/>
    <p:sldMasterId id="2147483744" r:id="rId10"/>
    <p:sldMasterId id="2147483756" r:id="rId11"/>
    <p:sldMasterId id="2147483768" r:id="rId12"/>
    <p:sldMasterId id="2147483780" r:id="rId13"/>
  </p:sldMasterIdLst>
  <p:notesMasterIdLst>
    <p:notesMasterId r:id="rId15"/>
  </p:notesMasterIdLst>
  <p:sldIdLst>
    <p:sldId id="256" r:id="rId14"/>
    <p:sldId id="257" r:id="rId16"/>
    <p:sldId id="258" r:id="rId17"/>
    <p:sldId id="259" r:id="rId18"/>
    <p:sldId id="260" r:id="rId19"/>
    <p:sldId id="261" r:id="rId20"/>
    <p:sldId id="262" r:id="rId21"/>
    <p:sldId id="269" r:id="rId22"/>
    <p:sldId id="263" r:id="rId23"/>
    <p:sldId id="264" r:id="rId24"/>
    <p:sldId id="265" r:id="rId25"/>
    <p:sldId id="266" r:id="rId26"/>
    <p:sldId id="267" r:id="rId27"/>
    <p:sldId id="268" r:id="rId28"/>
  </p:sldIdLst>
  <p:sldSz cx="12192000" cy="6858000"/>
  <p:notesSz cx="6858000" cy="9144000"/>
  <p:defaultTextStyle>
    <a:defPPr>
      <a:defRPr lang="en-GB"/>
    </a:defPPr>
    <a:lvl1pPr marL="0" lvl="0" indent="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1pPr>
    <a:lvl2pPr marL="742950" lvl="1" indent="-28575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2pPr>
    <a:lvl3pPr marL="1143000" lvl="2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3pPr>
    <a:lvl4pPr marL="1600200" lvl="3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4pPr>
    <a:lvl5pPr marL="2057400" lvl="4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5pPr>
    <a:lvl6pPr marL="2286000" lvl="5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6pPr>
    <a:lvl7pPr marL="2743200" lvl="6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7pPr>
    <a:lvl8pPr marL="3200400" lvl="7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8pPr>
    <a:lvl9pPr marL="3657600" lvl="8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85" d="100"/>
          <a:sy n="85" d="100"/>
        </p:scale>
        <p:origin x="-780" y="-84"/>
      </p:cViewPr>
      <p:guideLst>
        <p:guide orient="horz" pos="2168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gridSpacing cx="45006" cy="45006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Master" Target="slideMasters/slideMaster8.xml"/><Relationship Id="rId8" Type="http://schemas.openxmlformats.org/officeDocument/2006/relationships/slideMaster" Target="slideMasters/slideMaster7.xml"/><Relationship Id="rId7" Type="http://schemas.openxmlformats.org/officeDocument/2006/relationships/slideMaster" Target="slideMasters/slideMaster6.xml"/><Relationship Id="rId6" Type="http://schemas.openxmlformats.org/officeDocument/2006/relationships/slideMaster" Target="slideMasters/slideMaster5.xml"/><Relationship Id="rId5" Type="http://schemas.openxmlformats.org/officeDocument/2006/relationships/slideMaster" Target="slideMasters/slideMaster4.xml"/><Relationship Id="rId4" Type="http://schemas.openxmlformats.org/officeDocument/2006/relationships/slideMaster" Target="slideMasters/slideMaster3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Master" Target="slideMasters/slideMaster2.xml"/><Relationship Id="rId29" Type="http://schemas.openxmlformats.org/officeDocument/2006/relationships/presProps" Target="presProps.xml"/><Relationship Id="rId28" Type="http://schemas.openxmlformats.org/officeDocument/2006/relationships/slide" Target="slides/slide14.xml"/><Relationship Id="rId27" Type="http://schemas.openxmlformats.org/officeDocument/2006/relationships/slide" Target="slides/slide13.xml"/><Relationship Id="rId26" Type="http://schemas.openxmlformats.org/officeDocument/2006/relationships/slide" Target="slides/slide12.xml"/><Relationship Id="rId25" Type="http://schemas.openxmlformats.org/officeDocument/2006/relationships/slide" Target="slides/slide11.xml"/><Relationship Id="rId24" Type="http://schemas.openxmlformats.org/officeDocument/2006/relationships/slide" Target="slides/slide10.xml"/><Relationship Id="rId23" Type="http://schemas.openxmlformats.org/officeDocument/2006/relationships/slide" Target="slides/slide9.xml"/><Relationship Id="rId22" Type="http://schemas.openxmlformats.org/officeDocument/2006/relationships/slide" Target="slides/slide8.xml"/><Relationship Id="rId21" Type="http://schemas.openxmlformats.org/officeDocument/2006/relationships/slide" Target="slides/slide7.xml"/><Relationship Id="rId20" Type="http://schemas.openxmlformats.org/officeDocument/2006/relationships/slide" Target="slides/slide6.xml"/><Relationship Id="rId2" Type="http://schemas.openxmlformats.org/officeDocument/2006/relationships/theme" Target="theme/theme1.xml"/><Relationship Id="rId19" Type="http://schemas.openxmlformats.org/officeDocument/2006/relationships/slide" Target="slides/slide5.xml"/><Relationship Id="rId18" Type="http://schemas.openxmlformats.org/officeDocument/2006/relationships/slide" Target="slides/slide4.xml"/><Relationship Id="rId17" Type="http://schemas.openxmlformats.org/officeDocument/2006/relationships/slide" Target="slides/slide3.xml"/><Relationship Id="rId16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3" Type="http://schemas.openxmlformats.org/officeDocument/2006/relationships/slideMaster" Target="slideMasters/slideMaster12.xml"/><Relationship Id="rId12" Type="http://schemas.openxmlformats.org/officeDocument/2006/relationships/slideMaster" Target="slideMasters/slideMaster11.xml"/><Relationship Id="rId11" Type="http://schemas.openxmlformats.org/officeDocument/2006/relationships/slideMaster" Target="slideMasters/slideMaster10.xml"/><Relationship Id="rId10" Type="http://schemas.openxmlformats.org/officeDocument/2006/relationships/slideMaster" Target="slideMasters/slideMaster9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289" name="Замещающий образ слайда 12288"/>
          <p:cNvSpPr>
            <a:spLocks noGrp="1"/>
          </p:cNvSpPr>
          <p:nvPr>
            <p:ph type="sldImg"/>
          </p:nvPr>
        </p:nvSpPr>
        <p:spPr>
          <a:xfrm>
            <a:off x="0" y="812800"/>
            <a:ext cx="0" cy="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ctr" anchorCtr="0"/>
          <a:p>
            <a:pPr lvl="0"/>
          </a:p>
        </p:txBody>
      </p:sp>
      <p:sp>
        <p:nvSpPr>
          <p:cNvPr id="12290" name="Замещающий текст 12289"/>
          <p:cNvSpPr>
            <a:spLocks noGrp="1"/>
          </p:cNvSpPr>
          <p:nvPr>
            <p:ph type="body"/>
          </p:nvPr>
        </p:nvSpPr>
        <p:spPr>
          <a:xfrm>
            <a:off x="755650" y="5078413"/>
            <a:ext cx="6046788" cy="481012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 anchorCtr="0"/>
          <a:p>
            <a:pPr lvl="0"/>
          </a:p>
        </p:txBody>
      </p:sp>
      <p:sp>
        <p:nvSpPr>
          <p:cNvPr id="12291" name="Замещающий верхний колонтитул 12290"/>
          <p:cNvSpPr>
            <a:spLocks noGrp="1"/>
          </p:cNvSpPr>
          <p:nvPr>
            <p:ph type="hdr"/>
          </p:nvPr>
        </p:nvSpPr>
        <p:spPr>
          <a:xfrm>
            <a:off x="0" y="0"/>
            <a:ext cx="3279775" cy="5334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 anchorCtr="0"/>
          <a:p>
            <a:pPr lvl="0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12292" name="Замещающая дата 12291"/>
          <p:cNvSpPr>
            <a:spLocks noGrp="1"/>
          </p:cNvSpPr>
          <p:nvPr>
            <p:ph type="dt"/>
          </p:nvPr>
        </p:nvSpPr>
        <p:spPr>
          <a:xfrm>
            <a:off x="4278313" y="0"/>
            <a:ext cx="3279775" cy="5334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 anchorCtr="0"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12293" name="Замещающий нижний колонтитул 12292"/>
          <p:cNvSpPr>
            <a:spLocks noGrp="1"/>
          </p:cNvSpPr>
          <p:nvPr>
            <p:ph type="ftr"/>
          </p:nvPr>
        </p:nvSpPr>
        <p:spPr>
          <a:xfrm>
            <a:off x="0" y="10156825"/>
            <a:ext cx="3279775" cy="5334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b" anchorCtr="0"/>
          <a:p>
            <a:pPr lvl="0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12294" name="Замещающий номер слайда 12293"/>
          <p:cNvSpPr>
            <a:spLocks noGrp="1"/>
          </p:cNvSpPr>
          <p:nvPr>
            <p:ph type="sldNum"/>
          </p:nvPr>
        </p:nvSpPr>
        <p:spPr>
          <a:xfrm>
            <a:off x="4278313" y="10156825"/>
            <a:ext cx="3279775" cy="5334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b" anchorCtr="0"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lvl="0" indent="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1pPr>
    <a:lvl2pPr marL="742950" lvl="1" indent="-28575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2pPr>
    <a:lvl3pPr marL="1143000" lvl="2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3pPr>
    <a:lvl4pPr marL="1600200" lvl="3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4pPr>
    <a:lvl5pPr marL="2057400" lvl="4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5pPr>
    <a:lvl6pPr marL="2286000" lvl="5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6pPr>
    <a:lvl7pPr marL="2743200" lvl="6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7pPr>
    <a:lvl8pPr marL="3200400" lvl="7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8pPr>
    <a:lvl9pPr marL="3657600" lvl="8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26625" name="Замещающий образ слайда 26624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26626" name="Замещающий текст 26625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27649" name="Замещающий образ слайда 27648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27650" name="Замещающий текст 27649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28673" name="Замещающий образ слайда 28672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28674" name="Замещающий текст 28673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29697" name="Замещающий образ слайда 29696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29698" name="Замещающий текст 29697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0721" name="Замещающий образ слайда 30720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22" name="Замещающий текст 30721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1745" name="Замещающий образ слайда 31744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1746" name="Замещающий текст 31745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2769" name="Замещающий образ слайда 32768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2770" name="Замещающий текст 32769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2769" name="Замещающий образ слайда 32768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2770" name="Замещающий текст 32769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3793" name="Замещающий образ слайда 33792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3794" name="Замещающий текст 33793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4817" name="Замещающий образ слайда 34816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4818" name="Замещающий текст 34817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5841" name="Замещающий образ слайда 35840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5842" name="Замещающий текст 35841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6865" name="Замещающий образ слайда 36864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6866" name="Замещающий текст 36865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7889" name="Замещающий образ слайда 37888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7890" name="Замещающий текст 37889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8913" name="Замещающий образ слайда 38912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8914" name="Замещающий текст 38913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5183188" y="987425"/>
            <a:ext cx="3023600" cy="48720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30200" y="987425"/>
            <a:ext cx="3023600" cy="48720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5297" y="457200"/>
            <a:ext cx="2628503" cy="5402263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9788" y="457200"/>
            <a:ext cx="7733132" cy="5402263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5183188" y="987425"/>
            <a:ext cx="3023600" cy="48720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30200" y="987425"/>
            <a:ext cx="3023600" cy="48720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5297" y="457200"/>
            <a:ext cx="2628503" cy="5402263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9788" y="457200"/>
            <a:ext cx="7733132" cy="5402263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1866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200347" y="1825625"/>
            <a:ext cx="5151866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365125"/>
            <a:ext cx="3789029" cy="58102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781884" y="365125"/>
            <a:ext cx="3789029" cy="58102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1866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200347" y="1825625"/>
            <a:ext cx="5151866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1850" y="4589463"/>
            <a:ext cx="5151866" cy="14986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93997" y="4589463"/>
            <a:ext cx="5151866" cy="14986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17360" y="1709738"/>
            <a:ext cx="2628503" cy="43783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1850" y="1709738"/>
            <a:ext cx="7733133" cy="43783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537428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3479197" y="1825625"/>
            <a:ext cx="2537428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955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955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955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955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9788" y="1681163"/>
            <a:ext cx="2526538" cy="822325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3469450" y="1681163"/>
            <a:ext cx="2526538" cy="822325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5297" y="365125"/>
            <a:ext cx="2628503" cy="2138363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9788" y="365125"/>
            <a:ext cx="7733132" cy="2138363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1866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200347" y="1825625"/>
            <a:ext cx="5151866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0.xml"/><Relationship Id="rId7" Type="http://schemas.openxmlformats.org/officeDocument/2006/relationships/slideLayout" Target="../slideLayouts/slideLayout29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4.xml"/><Relationship Id="rId12" Type="http://schemas.openxmlformats.org/officeDocument/2006/relationships/theme" Target="../theme/theme3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0.xml"/><Relationship Id="rId6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35.xml"/><Relationship Id="rId12" Type="http://schemas.openxmlformats.org/officeDocument/2006/relationships/theme" Target="../theme/theme4.xml"/><Relationship Id="rId11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3.xml"/><Relationship Id="rId1" Type="http://schemas.openxmlformats.org/officeDocument/2006/relationships/slideLayout" Target="../slideLayouts/slideLayout34.xml"/></Relationships>
</file>

<file path=ppt/slideMasters/_rels/slideMaster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53.xml"/><Relationship Id="rId8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8.xml"/><Relationship Id="rId3" Type="http://schemas.openxmlformats.org/officeDocument/2006/relationships/slideLayout" Target="../slideLayouts/slideLayout47.xml"/><Relationship Id="rId2" Type="http://schemas.openxmlformats.org/officeDocument/2006/relationships/slideLayout" Target="../slideLayouts/slideLayout46.xml"/><Relationship Id="rId12" Type="http://schemas.openxmlformats.org/officeDocument/2006/relationships/theme" Target="../theme/theme5.xml"/><Relationship Id="rId11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4.xml"/><Relationship Id="rId1" Type="http://schemas.openxmlformats.org/officeDocument/2006/relationships/slideLayout" Target="../slideLayouts/slideLayout45.xml"/></Relationships>
</file>

<file path=ppt/slideMasters/_rels/slideMaster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64.xml"/><Relationship Id="rId8" Type="http://schemas.openxmlformats.org/officeDocument/2006/relationships/slideLayout" Target="../slideLayouts/slideLayout63.xml"/><Relationship Id="rId7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1.xml"/><Relationship Id="rId5" Type="http://schemas.openxmlformats.org/officeDocument/2006/relationships/slideLayout" Target="../slideLayouts/slideLayout60.xml"/><Relationship Id="rId4" Type="http://schemas.openxmlformats.org/officeDocument/2006/relationships/slideLayout" Target="../slideLayouts/slideLayout59.xml"/><Relationship Id="rId3" Type="http://schemas.openxmlformats.org/officeDocument/2006/relationships/slideLayout" Target="../slideLayouts/slideLayout58.xml"/><Relationship Id="rId2" Type="http://schemas.openxmlformats.org/officeDocument/2006/relationships/slideLayout" Target="../slideLayouts/slideLayout57.xml"/><Relationship Id="rId12" Type="http://schemas.openxmlformats.org/officeDocument/2006/relationships/theme" Target="../theme/theme6.xml"/><Relationship Id="rId11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65.xml"/><Relationship Id="rId1" Type="http://schemas.openxmlformats.org/officeDocument/2006/relationships/slideLayout" Target="../slideLayouts/slideLayout56.xml"/></Relationships>
</file>

<file path=ppt/slideMasters/_rels/slideMaster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2.xml"/><Relationship Id="rId5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0.xml"/><Relationship Id="rId3" Type="http://schemas.openxmlformats.org/officeDocument/2006/relationships/slideLayout" Target="../slideLayouts/slideLayout69.xml"/><Relationship Id="rId2" Type="http://schemas.openxmlformats.org/officeDocument/2006/relationships/slideLayout" Target="../slideLayouts/slideLayout68.xml"/><Relationship Id="rId12" Type="http://schemas.openxmlformats.org/officeDocument/2006/relationships/theme" Target="../theme/theme7.xml"/><Relationship Id="rId11" Type="http://schemas.openxmlformats.org/officeDocument/2006/relationships/slideLayout" Target="../slideLayouts/slideLayout77.xml"/><Relationship Id="rId10" Type="http://schemas.openxmlformats.org/officeDocument/2006/relationships/slideLayout" Target="../slideLayouts/slideLayout76.xml"/><Relationship Id="rId1" Type="http://schemas.openxmlformats.org/officeDocument/2006/relationships/slideLayout" Target="../slideLayouts/slideLayout67.xml"/></Relationships>
</file>

<file path=ppt/slideMasters/_rels/slideMaster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86.xml"/><Relationship Id="rId8" Type="http://schemas.openxmlformats.org/officeDocument/2006/relationships/slideLayout" Target="../slideLayouts/slideLayout85.xml"/><Relationship Id="rId7" Type="http://schemas.openxmlformats.org/officeDocument/2006/relationships/slideLayout" Target="../slideLayouts/slideLayout84.xml"/><Relationship Id="rId6" Type="http://schemas.openxmlformats.org/officeDocument/2006/relationships/slideLayout" Target="../slideLayouts/slideLayout83.xml"/><Relationship Id="rId5" Type="http://schemas.openxmlformats.org/officeDocument/2006/relationships/slideLayout" Target="../slideLayouts/slideLayout82.xml"/><Relationship Id="rId4" Type="http://schemas.openxmlformats.org/officeDocument/2006/relationships/slideLayout" Target="../slideLayouts/slideLayout81.xml"/><Relationship Id="rId3" Type="http://schemas.openxmlformats.org/officeDocument/2006/relationships/slideLayout" Target="../slideLayouts/slideLayout80.xml"/><Relationship Id="rId2" Type="http://schemas.openxmlformats.org/officeDocument/2006/relationships/slideLayout" Target="../slideLayouts/slideLayout79.xml"/><Relationship Id="rId12" Type="http://schemas.openxmlformats.org/officeDocument/2006/relationships/theme" Target="../theme/theme8.xml"/><Relationship Id="rId11" Type="http://schemas.openxmlformats.org/officeDocument/2006/relationships/slideLayout" Target="../slideLayouts/slideLayout88.xml"/><Relationship Id="rId10" Type="http://schemas.openxmlformats.org/officeDocument/2006/relationships/slideLayout" Target="../slideLayouts/slideLayout87.xml"/><Relationship Id="rId1" Type="http://schemas.openxmlformats.org/officeDocument/2006/relationships/slideLayout" Target="../slideLayouts/slideLayout78.xml"/></Relationships>
</file>

<file path=ppt/slideMasters/_rels/slideMaster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7.xml"/><Relationship Id="rId8" Type="http://schemas.openxmlformats.org/officeDocument/2006/relationships/slideLayout" Target="../slideLayouts/slideLayout96.xml"/><Relationship Id="rId7" Type="http://schemas.openxmlformats.org/officeDocument/2006/relationships/slideLayout" Target="../slideLayouts/slideLayout95.xml"/><Relationship Id="rId6" Type="http://schemas.openxmlformats.org/officeDocument/2006/relationships/slideLayout" Target="../slideLayouts/slideLayout94.xml"/><Relationship Id="rId5" Type="http://schemas.openxmlformats.org/officeDocument/2006/relationships/slideLayout" Target="../slideLayouts/slideLayout93.xml"/><Relationship Id="rId4" Type="http://schemas.openxmlformats.org/officeDocument/2006/relationships/slideLayout" Target="../slideLayouts/slideLayout92.xml"/><Relationship Id="rId3" Type="http://schemas.openxmlformats.org/officeDocument/2006/relationships/slideLayout" Target="../slideLayouts/slideLayout91.xml"/><Relationship Id="rId2" Type="http://schemas.openxmlformats.org/officeDocument/2006/relationships/slideLayout" Target="../slideLayouts/slideLayout90.xml"/><Relationship Id="rId12" Type="http://schemas.openxmlformats.org/officeDocument/2006/relationships/theme" Target="../theme/theme9.xml"/><Relationship Id="rId11" Type="http://schemas.openxmlformats.org/officeDocument/2006/relationships/slideLayout" Target="../slideLayouts/slideLayout99.xml"/><Relationship Id="rId10" Type="http://schemas.openxmlformats.org/officeDocument/2006/relationships/slideLayout" Target="../slideLayouts/slideLayout98.xml"/><Relationship Id="rId1" Type="http://schemas.openxmlformats.org/officeDocument/2006/relationships/slideLayout" Target="../slideLayouts/slideLayout89.xml"/></Relationships>
</file>

<file path=ppt/slideMasters/_rels/slideMaster1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08.xml"/><Relationship Id="rId8" Type="http://schemas.openxmlformats.org/officeDocument/2006/relationships/slideLayout" Target="../slideLayouts/slideLayout107.xml"/><Relationship Id="rId7" Type="http://schemas.openxmlformats.org/officeDocument/2006/relationships/slideLayout" Target="../slideLayouts/slideLayout106.xml"/><Relationship Id="rId6" Type="http://schemas.openxmlformats.org/officeDocument/2006/relationships/slideLayout" Target="../slideLayouts/slideLayout105.xml"/><Relationship Id="rId5" Type="http://schemas.openxmlformats.org/officeDocument/2006/relationships/slideLayout" Target="../slideLayouts/slideLayout104.xml"/><Relationship Id="rId4" Type="http://schemas.openxmlformats.org/officeDocument/2006/relationships/slideLayout" Target="../slideLayouts/slideLayout103.xml"/><Relationship Id="rId3" Type="http://schemas.openxmlformats.org/officeDocument/2006/relationships/slideLayout" Target="../slideLayouts/slideLayout102.xml"/><Relationship Id="rId2" Type="http://schemas.openxmlformats.org/officeDocument/2006/relationships/slideLayout" Target="../slideLayouts/slideLayout101.xml"/><Relationship Id="rId12" Type="http://schemas.openxmlformats.org/officeDocument/2006/relationships/theme" Target="../theme/theme10.xml"/><Relationship Id="rId11" Type="http://schemas.openxmlformats.org/officeDocument/2006/relationships/slideLayout" Target="../slideLayouts/slideLayout110.xml"/><Relationship Id="rId10" Type="http://schemas.openxmlformats.org/officeDocument/2006/relationships/slideLayout" Target="../slideLayouts/slideLayout109.xml"/><Relationship Id="rId1" Type="http://schemas.openxmlformats.org/officeDocument/2006/relationships/slideLayout" Target="../slideLayouts/slideLayout100.xml"/></Relationships>
</file>

<file path=ppt/slideMasters/_rels/slideMaster1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19.xml"/><Relationship Id="rId8" Type="http://schemas.openxmlformats.org/officeDocument/2006/relationships/slideLayout" Target="../slideLayouts/slideLayout118.xml"/><Relationship Id="rId7" Type="http://schemas.openxmlformats.org/officeDocument/2006/relationships/slideLayout" Target="../slideLayouts/slideLayout117.xml"/><Relationship Id="rId6" Type="http://schemas.openxmlformats.org/officeDocument/2006/relationships/slideLayout" Target="../slideLayouts/slideLayout116.xml"/><Relationship Id="rId5" Type="http://schemas.openxmlformats.org/officeDocument/2006/relationships/slideLayout" Target="../slideLayouts/slideLayout115.xml"/><Relationship Id="rId4" Type="http://schemas.openxmlformats.org/officeDocument/2006/relationships/slideLayout" Target="../slideLayouts/slideLayout114.xml"/><Relationship Id="rId3" Type="http://schemas.openxmlformats.org/officeDocument/2006/relationships/slideLayout" Target="../slideLayouts/slideLayout113.xml"/><Relationship Id="rId2" Type="http://schemas.openxmlformats.org/officeDocument/2006/relationships/slideLayout" Target="../slideLayouts/slideLayout112.xml"/><Relationship Id="rId12" Type="http://schemas.openxmlformats.org/officeDocument/2006/relationships/theme" Target="../theme/theme11.xml"/><Relationship Id="rId11" Type="http://schemas.openxmlformats.org/officeDocument/2006/relationships/slideLayout" Target="../slideLayouts/slideLayout121.xml"/><Relationship Id="rId10" Type="http://schemas.openxmlformats.org/officeDocument/2006/relationships/slideLayout" Target="../slideLayouts/slideLayout120.xml"/><Relationship Id="rId1" Type="http://schemas.openxmlformats.org/officeDocument/2006/relationships/slideLayout" Target="../slideLayouts/slideLayout111.xml"/></Relationships>
</file>

<file path=ppt/slideMasters/_rels/slideMaster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30.xml"/><Relationship Id="rId8" Type="http://schemas.openxmlformats.org/officeDocument/2006/relationships/slideLayout" Target="../slideLayouts/slideLayout129.xml"/><Relationship Id="rId7" Type="http://schemas.openxmlformats.org/officeDocument/2006/relationships/slideLayout" Target="../slideLayouts/slideLayout128.xml"/><Relationship Id="rId6" Type="http://schemas.openxmlformats.org/officeDocument/2006/relationships/slideLayout" Target="../slideLayouts/slideLayout127.xml"/><Relationship Id="rId5" Type="http://schemas.openxmlformats.org/officeDocument/2006/relationships/slideLayout" Target="../slideLayouts/slideLayout126.xml"/><Relationship Id="rId4" Type="http://schemas.openxmlformats.org/officeDocument/2006/relationships/slideLayout" Target="../slideLayouts/slideLayout125.xml"/><Relationship Id="rId3" Type="http://schemas.openxmlformats.org/officeDocument/2006/relationships/slideLayout" Target="../slideLayouts/slideLayout124.xml"/><Relationship Id="rId2" Type="http://schemas.openxmlformats.org/officeDocument/2006/relationships/slideLayout" Target="../slideLayouts/slideLayout123.xml"/><Relationship Id="rId12" Type="http://schemas.openxmlformats.org/officeDocument/2006/relationships/theme" Target="../theme/theme12.xml"/><Relationship Id="rId11" Type="http://schemas.openxmlformats.org/officeDocument/2006/relationships/slideLayout" Target="../slideLayouts/slideLayout132.xml"/><Relationship Id="rId10" Type="http://schemas.openxmlformats.org/officeDocument/2006/relationships/slideLayout" Target="../slideLayouts/slideLayout131.xml"/><Relationship Id="rId1" Type="http://schemas.openxmlformats.org/officeDocument/2006/relationships/slideLayout" Target="../slideLayouts/slideLayout1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5" name="Заголовок 1024"/>
          <p:cNvSpPr>
            <a:spLocks noGrp="1"/>
          </p:cNvSpPr>
          <p:nvPr>
            <p:ph type="title"/>
          </p:nvPr>
        </p:nvSpPr>
        <p:spPr>
          <a:xfrm>
            <a:off x="1524000" y="1122363"/>
            <a:ext cx="9142413" cy="238442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1026" name="Замещающая дата 1025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027" name="Замещающий нижний колонтитул 1026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028" name="Замещающий номер слайда 1027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49" name="Заголовок 2048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598613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2050" name="Замещающий текст 2049"/>
          <p:cNvSpPr>
            <a:spLocks noGrp="1"/>
          </p:cNvSpPr>
          <p:nvPr>
            <p:ph type="body" idx="1"/>
          </p:nvPr>
        </p:nvSpPr>
        <p:spPr>
          <a:xfrm>
            <a:off x="5183188" y="987425"/>
            <a:ext cx="6170612" cy="4872038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p>
            <a:pPr lvl="0"/>
            <a:r>
              <a:rPr dirty="0"/>
              <a:t>Образец текста</a:t>
            </a:r>
            <a:endParaRPr dirty="0"/>
          </a:p>
          <a:p>
            <a:pPr lvl="1"/>
            <a:r>
              <a:rPr dirty="0"/>
              <a:t>Второй уровень</a:t>
            </a:r>
            <a:endParaRPr dirty="0"/>
          </a:p>
          <a:p>
            <a:pPr lvl="2"/>
            <a:r>
              <a:rPr dirty="0"/>
              <a:t>Третий уровень</a:t>
            </a:r>
            <a:endParaRPr dirty="0"/>
          </a:p>
          <a:p>
            <a:pPr lvl="3"/>
            <a:r>
              <a:rPr dirty="0"/>
              <a:t>Четвертый уровень</a:t>
            </a:r>
            <a:endParaRPr dirty="0"/>
          </a:p>
          <a:p>
            <a:pPr lvl="4"/>
            <a:r>
              <a:rPr dirty="0"/>
              <a:t>Пятый уровень</a:t>
            </a:r>
            <a:endParaRPr dirty="0"/>
          </a:p>
        </p:txBody>
      </p:sp>
      <p:sp>
        <p:nvSpPr>
          <p:cNvPr id="2051" name="Замещающая дата 2050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2052" name="Замещающий нижний колонтитул 2051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2053" name="Замещающий номер слайда 2052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073" name="Заголовок 3072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598613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3074" name="Замещающий текст 3073"/>
          <p:cNvSpPr>
            <a:spLocks noGrp="1"/>
          </p:cNvSpPr>
          <p:nvPr>
            <p:ph type="body" idx="1"/>
          </p:nvPr>
        </p:nvSpPr>
        <p:spPr>
          <a:xfrm>
            <a:off x="5183188" y="987425"/>
            <a:ext cx="6170612" cy="4872038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p>
            <a:pPr lvl="0"/>
            <a:r>
              <a:rPr dirty="0"/>
              <a:t>Для правки структуры щёлкните мышью</a:t>
            </a:r>
            <a:endParaRPr dirty="0"/>
          </a:p>
          <a:p>
            <a:pPr lvl="1"/>
            <a:r>
              <a:rPr dirty="0"/>
              <a:t>Второй уровень структуры</a:t>
            </a:r>
            <a:endParaRPr dirty="0"/>
          </a:p>
          <a:p>
            <a:pPr lvl="2"/>
            <a:r>
              <a:rPr dirty="0"/>
              <a:t>Третий уровень структуры</a:t>
            </a:r>
            <a:endParaRPr dirty="0"/>
          </a:p>
          <a:p>
            <a:pPr lvl="3"/>
            <a:r>
              <a:rPr dirty="0"/>
              <a:t>Четвёртый уровень структуры</a:t>
            </a:r>
            <a:endParaRPr dirty="0"/>
          </a:p>
          <a:p>
            <a:pPr lvl="4"/>
            <a:r>
              <a:rPr dirty="0"/>
              <a:t>Пятый уровень структуры</a:t>
            </a:r>
            <a:endParaRPr dirty="0"/>
          </a:p>
          <a:p>
            <a:pPr lvl="4"/>
            <a:r>
              <a:rPr dirty="0"/>
              <a:t>Шестой уровень структуры</a:t>
            </a:r>
            <a:endParaRPr dirty="0"/>
          </a:p>
          <a:p>
            <a:pPr lvl="4"/>
            <a:r>
              <a:rPr dirty="0"/>
              <a:t>Седьмой уровень структуры</a:t>
            </a:r>
            <a:endParaRPr dirty="0"/>
          </a:p>
        </p:txBody>
      </p:sp>
      <p:sp>
        <p:nvSpPr>
          <p:cNvPr id="3075" name="Замещающая дата 3074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076" name="Замещающий нижний колонтитул 3075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077" name="Замещающий номер слайда 3076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97" name="Заголовок 4096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4098" name="Замещающий текст 4097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4013" cy="4349750"/>
          </a:xfrm>
          <a:prstGeom prst="rect">
            <a:avLst/>
          </a:prstGeom>
          <a:noFill/>
          <a:ln w="9525">
            <a:noFill/>
          </a:ln>
        </p:spPr>
        <p:txBody>
          <a:bodyPr vert="eaVert" wrap="square" lIns="45720" tIns="91440" rIns="45720" bIns="91440" anchor="t" anchorCtr="0"/>
          <a:p>
            <a:pPr lvl="0"/>
            <a:r>
              <a:rPr dirty="0"/>
              <a:t>Образец текста</a:t>
            </a:r>
            <a:endParaRPr dirty="0"/>
          </a:p>
          <a:p>
            <a:pPr lvl="1"/>
            <a:r>
              <a:rPr dirty="0"/>
              <a:t>Второй уровень</a:t>
            </a:r>
            <a:endParaRPr dirty="0"/>
          </a:p>
          <a:p>
            <a:pPr lvl="2"/>
            <a:r>
              <a:rPr dirty="0"/>
              <a:t>Третий уровень</a:t>
            </a:r>
            <a:endParaRPr dirty="0"/>
          </a:p>
          <a:p>
            <a:pPr lvl="3"/>
            <a:r>
              <a:rPr dirty="0"/>
              <a:t>Четвертый уровень</a:t>
            </a:r>
            <a:endParaRPr dirty="0"/>
          </a:p>
          <a:p>
            <a:pPr lvl="4"/>
            <a:r>
              <a:rPr dirty="0"/>
              <a:t>Пятый уровень</a:t>
            </a:r>
            <a:endParaRPr dirty="0"/>
          </a:p>
        </p:txBody>
      </p:sp>
      <p:sp>
        <p:nvSpPr>
          <p:cNvPr id="4099" name="Замещающая дата 4098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100" name="Замещающий нижний колонтитул 4099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101" name="Замещающий номер слайда 4100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121" name="Заголовок 5120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7313" cy="5810250"/>
          </a:xfrm>
          <a:prstGeom prst="rect">
            <a:avLst/>
          </a:prstGeom>
          <a:noFill/>
          <a:ln w="9525">
            <a:noFill/>
          </a:ln>
        </p:spPr>
        <p:txBody>
          <a:bodyPr vert="eaVert" wrap="square" lIns="45720" tIns="91440" rIns="45720" bIns="9144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5122" name="Замещающий текст 5121"/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2713" cy="5810250"/>
          </a:xfrm>
          <a:prstGeom prst="rect">
            <a:avLst/>
          </a:prstGeom>
          <a:noFill/>
          <a:ln w="9525">
            <a:noFill/>
          </a:ln>
        </p:spPr>
        <p:txBody>
          <a:bodyPr vert="eaVert" wrap="square" lIns="45720" tIns="91440" rIns="45720" bIns="91440" anchor="t" anchorCtr="0"/>
          <a:p>
            <a:pPr lvl="0"/>
            <a:r>
              <a:rPr dirty="0"/>
              <a:t>Образец текста</a:t>
            </a:r>
            <a:endParaRPr dirty="0"/>
          </a:p>
          <a:p>
            <a:pPr lvl="1"/>
            <a:r>
              <a:rPr dirty="0"/>
              <a:t>Второй уровень</a:t>
            </a:r>
            <a:endParaRPr dirty="0"/>
          </a:p>
          <a:p>
            <a:pPr lvl="2"/>
            <a:r>
              <a:rPr dirty="0"/>
              <a:t>Третий уровень</a:t>
            </a:r>
            <a:endParaRPr dirty="0"/>
          </a:p>
          <a:p>
            <a:pPr lvl="3"/>
            <a:r>
              <a:rPr dirty="0"/>
              <a:t>Четвертый уровень</a:t>
            </a:r>
            <a:endParaRPr dirty="0"/>
          </a:p>
          <a:p>
            <a:pPr lvl="4"/>
            <a:r>
              <a:rPr dirty="0"/>
              <a:t>Пятый уровень</a:t>
            </a:r>
            <a:endParaRPr dirty="0"/>
          </a:p>
        </p:txBody>
      </p:sp>
      <p:sp>
        <p:nvSpPr>
          <p:cNvPr id="5123" name="Замещающая дата 5122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124" name="Замещающий нижний колонтитул 5123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125" name="Замещающий номер слайда 5124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145" name="Заголовок 6144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6146" name="Замещающий текст 6145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4013" cy="43497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p>
            <a:pPr lvl="0"/>
            <a:r>
              <a:rPr dirty="0"/>
              <a:t>Образец текста</a:t>
            </a:r>
            <a:endParaRPr dirty="0"/>
          </a:p>
          <a:p>
            <a:pPr lvl="1"/>
            <a:r>
              <a:rPr dirty="0"/>
              <a:t>Второй уровень</a:t>
            </a:r>
            <a:endParaRPr dirty="0"/>
          </a:p>
          <a:p>
            <a:pPr lvl="2"/>
            <a:r>
              <a:rPr dirty="0"/>
              <a:t>Третий уровень</a:t>
            </a:r>
            <a:endParaRPr dirty="0"/>
          </a:p>
          <a:p>
            <a:pPr lvl="3"/>
            <a:r>
              <a:rPr dirty="0"/>
              <a:t>Четвертый уровень</a:t>
            </a:r>
            <a:endParaRPr dirty="0"/>
          </a:p>
          <a:p>
            <a:pPr lvl="4"/>
            <a:r>
              <a:rPr dirty="0"/>
              <a:t>Пятый уровень</a:t>
            </a:r>
            <a:endParaRPr dirty="0"/>
          </a:p>
        </p:txBody>
      </p:sp>
      <p:sp>
        <p:nvSpPr>
          <p:cNvPr id="6147" name="Замещающая дата 6146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148" name="Замещающий нижний колонтитул 6147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149" name="Замещающий номер слайда 6148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169" name="Заголовок 7168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4013" cy="2849562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7170" name="Замещающий текст 7169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4013" cy="149860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p>
            <a:pPr lvl="0"/>
            <a:r>
              <a:rPr dirty="0"/>
              <a:t>Образец текста</a:t>
            </a:r>
            <a:endParaRPr dirty="0"/>
          </a:p>
        </p:txBody>
      </p:sp>
      <p:sp>
        <p:nvSpPr>
          <p:cNvPr id="7171" name="Замещающая дата 7170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172" name="Замещающий нижний колонтитул 7171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173" name="Замещающий номер слайда 7172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193" name="Заголовок 8192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8194" name="Замещающая дата 8193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195" name="Замещающий нижний колонтитул 8194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196" name="Замещающий номер слайда 8195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217" name="Заголовок 9216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9218" name="Замещающий текст 9217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78425" cy="43497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p>
            <a:pPr lvl="0"/>
            <a:r>
              <a:rPr dirty="0"/>
              <a:t>Образец текста</a:t>
            </a:r>
            <a:endParaRPr dirty="0"/>
          </a:p>
          <a:p>
            <a:pPr lvl="1"/>
            <a:r>
              <a:rPr dirty="0"/>
              <a:t>Второй уровень</a:t>
            </a:r>
            <a:endParaRPr dirty="0"/>
          </a:p>
          <a:p>
            <a:pPr lvl="2"/>
            <a:r>
              <a:rPr dirty="0"/>
              <a:t>Третий уровень</a:t>
            </a:r>
            <a:endParaRPr dirty="0"/>
          </a:p>
          <a:p>
            <a:pPr lvl="3"/>
            <a:r>
              <a:rPr dirty="0"/>
              <a:t>Четвертый уровень</a:t>
            </a:r>
            <a:endParaRPr dirty="0"/>
          </a:p>
          <a:p>
            <a:pPr lvl="4"/>
            <a:r>
              <a:rPr dirty="0"/>
              <a:t>Пятый уровень</a:t>
            </a:r>
            <a:endParaRPr dirty="0"/>
          </a:p>
        </p:txBody>
      </p:sp>
      <p:sp>
        <p:nvSpPr>
          <p:cNvPr id="9219" name="Замещающая дата 9218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220" name="Замещающий нижний колонтитул 9219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221" name="Замещающий номер слайда 9220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41" name="Замещающая дата 10240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0242" name="Замещающий нижний колонтитул 10241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0243" name="Замещающий номер слайда 10242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265" name="Заголовок 11264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4012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11266" name="Замещающий текст 11265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6200" cy="82232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p>
            <a:pPr lvl="0"/>
            <a:r>
              <a:rPr dirty="0"/>
              <a:t>Образец текста</a:t>
            </a:r>
            <a:endParaRPr dirty="0"/>
          </a:p>
        </p:txBody>
      </p:sp>
      <p:sp>
        <p:nvSpPr>
          <p:cNvPr id="11267" name="Замещающая дата 11266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1268" name="Замещающий нижний колонтитул 11267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1269" name="Замещающий номер слайда 11268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145" name="Заголовок 6144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6146" name="Замещающий текст 6145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4013" cy="43497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p>
            <a:pPr lvl="0"/>
            <a:r>
              <a:rPr dirty="0"/>
              <a:t>Образец текста</a:t>
            </a:r>
            <a:endParaRPr dirty="0"/>
          </a:p>
          <a:p>
            <a:pPr lvl="1"/>
            <a:r>
              <a:rPr dirty="0"/>
              <a:t>Второй уровень</a:t>
            </a:r>
            <a:endParaRPr dirty="0"/>
          </a:p>
          <a:p>
            <a:pPr lvl="2"/>
            <a:r>
              <a:rPr dirty="0"/>
              <a:t>Третий уровень</a:t>
            </a:r>
            <a:endParaRPr dirty="0"/>
          </a:p>
          <a:p>
            <a:pPr lvl="3"/>
            <a:r>
              <a:rPr dirty="0"/>
              <a:t>Четвертый уровень</a:t>
            </a:r>
            <a:endParaRPr dirty="0"/>
          </a:p>
          <a:p>
            <a:pPr lvl="4"/>
            <a:r>
              <a:rPr dirty="0"/>
              <a:t>Пятый уровень</a:t>
            </a:r>
            <a:endParaRPr dirty="0"/>
          </a:p>
        </p:txBody>
      </p:sp>
      <p:sp>
        <p:nvSpPr>
          <p:cNvPr id="6147" name="Замещающая дата 6146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148" name="Замещающий нижний колонтитул 6147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149" name="Замещающий номер слайда 6148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6.xml"/><Relationship Id="rId7" Type="http://schemas.openxmlformats.org/officeDocument/2006/relationships/slideLayout" Target="../slideLayouts/slideLayout57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57.xml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123.xml"/><Relationship Id="rId4" Type="http://schemas.openxmlformats.org/officeDocument/2006/relationships/image" Target="../media/image7.jpeg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8.png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9.png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10.png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57.xml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13" name="Заголовок 13312"/>
          <p:cNvSpPr>
            <a:spLocks noGrp="1"/>
          </p:cNvSpPr>
          <p:nvPr>
            <p:ph type="title"/>
          </p:nvPr>
        </p:nvSpPr>
        <p:spPr>
          <a:xfrm>
            <a:off x="85725" y="2147888"/>
            <a:ext cx="12018963" cy="1754187"/>
          </a:xfrm>
        </p:spPr>
        <p:txBody>
          <a:bodyPr wrap="square" lIns="91440" tIns="45720" rIns="91440" bIns="45720" anchor="ctr" anchorCtr="0"/>
          <a:p>
            <a:pPr algn="ctr" defTabSz="914400">
              <a:lnSpc>
                <a:spcPct val="150000"/>
              </a:lnSpc>
              <a:spcAft>
                <a:spcPts val="2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Arial" panose="020B0604020202020204" pitchFamily="34" charset="0"/>
                <a:cs typeface="Arial Black" panose="020B0A04020102020204" charset="0"/>
              </a:rPr>
              <a:t>Приложение для ведения автомобильного журнала</a:t>
            </a:r>
            <a:endParaRPr lang="ru-RU" altLang="x-none" sz="3200" b="1" baseline="0" dirty="0" err="1">
              <a:latin typeface="Arial" panose="020B0604020202020204" pitchFamily="34" charset="0"/>
              <a:ea typeface="Arial Black" panose="020B0A04020102020204" charset="0"/>
            </a:endParaRPr>
          </a:p>
        </p:txBody>
      </p:sp>
      <p:sp>
        <p:nvSpPr>
          <p:cNvPr id="13314" name="Прямоугольник 13313"/>
          <p:cNvSpPr/>
          <p:nvPr/>
        </p:nvSpPr>
        <p:spPr>
          <a:xfrm>
            <a:off x="155258" y="5048568"/>
            <a:ext cx="7088187" cy="3683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endParaRPr lang="ru-RU" altLang="en-US"/>
          </a:p>
        </p:txBody>
      </p:sp>
      <p:sp>
        <p:nvSpPr>
          <p:cNvPr id="13315" name="Прямоугольник 13314"/>
          <p:cNvSpPr/>
          <p:nvPr/>
        </p:nvSpPr>
        <p:spPr>
          <a:xfrm>
            <a:off x="7690485" y="3627120"/>
            <a:ext cx="4506595" cy="286639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noAutofit/>
          </a:bodyPr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="1" baseline="0" dirty="0" err="1">
                <a:latin typeface="Arial" panose="020B0604020202020204" pitchFamily="34" charset="0"/>
                <a:cs typeface="Calibri" panose="020F0502020204030204" charset="0"/>
              </a:rPr>
              <a:t>Авторы проекта:</a:t>
            </a:r>
            <a:endParaRPr lang="ru-RU" altLang="x-none" sz="2000" b="1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Ученики 10И класса</a:t>
            </a:r>
            <a:r>
              <a:rPr lang="ru-RU" altLang="x-none" sz="2000" b="1" baseline="0" dirty="0" err="1">
                <a:latin typeface="Arial" panose="020B0604020202020204" pitchFamily="34" charset="0"/>
                <a:cs typeface="Calibri" panose="020F0502020204030204" charset="0"/>
              </a:rPr>
              <a:t> </a:t>
            </a: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ГБОУ Школа №1596</a:t>
            </a:r>
            <a:endParaRPr lang="ru-RU" altLang="x-none" sz="20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spcAft>
                <a:spcPts val="2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Шорсткин Владислав Михайлович</a:t>
            </a:r>
            <a:endParaRPr lang="ru-RU" altLang="x-none" sz="20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Козлов Никита Алексеевич</a:t>
            </a:r>
            <a:endParaRPr lang="ru-RU" altLang="x-none" sz="2000" baseline="0" dirty="0" err="1">
              <a:latin typeface="Arial" panose="020B0604020202020204" pitchFamily="34" charset="0"/>
              <a:ea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13316" name="Прямоугольник 13315"/>
          <p:cNvSpPr/>
          <p:nvPr/>
        </p:nvSpPr>
        <p:spPr>
          <a:xfrm>
            <a:off x="7715885" y="5634355"/>
            <a:ext cx="4441825" cy="101981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="1" baseline="0" dirty="0" err="1">
                <a:latin typeface="Arial" panose="020B0604020202020204" pitchFamily="34" charset="0"/>
                <a:cs typeface="Calibri" panose="020F0502020204030204" charset="0"/>
              </a:rPr>
              <a:t>Руководители проекта:</a:t>
            </a:r>
            <a:endParaRPr lang="ru-RU" altLang="x-none" sz="2000" b="1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Грачев Александр Витальевич</a:t>
            </a:r>
            <a:endParaRPr lang="ru-RU" altLang="x-none" sz="20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ea typeface="Calibri" panose="020F0502020204030204" charset="0"/>
                <a:cs typeface="Calibri" panose="020F0502020204030204" charset="0"/>
              </a:rPr>
              <a:t>Зенина Алиса Александровна</a:t>
            </a:r>
            <a:endParaRPr lang="ru-RU" altLang="x-none" sz="2000" baseline="0" dirty="0" err="1">
              <a:latin typeface="Arial" panose="020B0604020202020204" pitchFamily="34" charset="0"/>
              <a:ea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13317" name="Прямоугольник 13316"/>
          <p:cNvSpPr/>
          <p:nvPr/>
        </p:nvSpPr>
        <p:spPr>
          <a:xfrm>
            <a:off x="3052763" y="6354445"/>
            <a:ext cx="6094412" cy="39624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</a:pPr>
            <a:r>
              <a:rPr lang="ru-RU" altLang="x-none" sz="2000" b="1" baseline="0" dirty="0" err="1">
                <a:latin typeface="Calibri" panose="020F0502020204030204" charset="0"/>
              </a:rPr>
              <a:t>г. Москва, 2026г.</a:t>
            </a:r>
            <a:endParaRPr lang="ru-RU" altLang="x-none" sz="2000" b="1" baseline="0" dirty="0" err="1">
              <a:latin typeface="Calibri" panose="020F0502020204030204" charset="0"/>
            </a:endParaRPr>
          </a:p>
        </p:txBody>
      </p:sp>
      <p:sp>
        <p:nvSpPr>
          <p:cNvPr id="13318" name="Прямоугольник 13317"/>
          <p:cNvSpPr/>
          <p:nvPr/>
        </p:nvSpPr>
        <p:spPr>
          <a:xfrm>
            <a:off x="560388" y="1552575"/>
            <a:ext cx="11041062" cy="13843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5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2000" b="1" baseline="0" dirty="0" err="1">
                <a:latin typeface="Arial" panose="020B0604020202020204" pitchFamily="34" charset="0"/>
                <a:cs typeface="Calibri" panose="020F0502020204030204" charset="0"/>
              </a:rPr>
              <a:t>Государственное бюджетное общеобразовательное учреждение города Москвы «Школа № 1596»</a:t>
            </a:r>
            <a:endParaRPr lang="ru-RU" altLang="x-none" sz="2000" b="1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endParaRPr lang="ru-RU" altLang="x-none" sz="2400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pic>
        <p:nvPicPr>
          <p:cNvPr id="13319" name="Изображение 133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3320" name="Изображение 133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3321" name="Изображение 133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3322" name="Изображение 133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4337" name="Прямоугольник 14336"/>
          <p:cNvSpPr/>
          <p:nvPr/>
        </p:nvSpPr>
        <p:spPr>
          <a:xfrm>
            <a:off x="7938" y="1524000"/>
            <a:ext cx="12184062" cy="5842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АКТУАЛЬНОСТЬ ПРОЕКТА</a:t>
            </a:r>
            <a:endParaRPr lang="ru-RU" altLang="x-none" sz="3200" b="1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pic>
        <p:nvPicPr>
          <p:cNvPr id="14338" name="Изображение 1433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4339" name="Прямоугольник 14338"/>
          <p:cNvSpPr/>
          <p:nvPr/>
        </p:nvSpPr>
        <p:spPr>
          <a:xfrm>
            <a:off x="200025" y="1783080"/>
            <a:ext cx="11817985" cy="507492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just" defTabSz="914400" hangingPunct="1">
              <a:lnSpc>
                <a:spcPct val="150000"/>
              </a:lnSpc>
              <a:spcAft>
                <a:spcPts val="215"/>
              </a:spcAft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</a:rPr>
              <a:t>	Для современных владельцев автомобилей актуальной остаётся проблема систематизации технического обслуживания (ТО). Отсутствие простого и наглядного инструмента для учёта выполненных работ и планирования будущих часто приводит к пропуску регламентных процедур, что влечёт за собой повышенный износ агрегатов, снижение безопасности и неоправданные расходы на ремонт. Существующие решения, как правило, либо являются перегруженными функциями сложными сервисами, либо не позволяют гибко адаптироваться под конкретную модель автомобиля и стиль вождения пользователя.</a:t>
            </a:r>
            <a:endParaRPr lang="ru-RU" altLang="x-none" sz="2400" baseline="0" dirty="0" err="1">
              <a:latin typeface="Calibri" panose="020F0502020204030204" charset="0"/>
            </a:endParaRPr>
          </a:p>
        </p:txBody>
      </p:sp>
      <p:pic>
        <p:nvPicPr>
          <p:cNvPr id="14340" name="Изображение 1433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4341" name="Изображение 1434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4342" name="Изображение 1434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361" name="Прямоугольник 15360"/>
          <p:cNvSpPr/>
          <p:nvPr/>
        </p:nvSpPr>
        <p:spPr>
          <a:xfrm>
            <a:off x="337820" y="1579880"/>
            <a:ext cx="11654790" cy="503618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marL="342900" indent="-215900" algn="ctr"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</a:rPr>
              <a:t>ЦЕЛИ И ЗАДАЧИ ПРОЕКТА</a:t>
            </a:r>
            <a:endParaRPr lang="ru-RU" altLang="x-none" sz="3200" b="1" baseline="0" dirty="0" err="1">
              <a:latin typeface="Calibri" panose="020F0502020204030204" charset="0"/>
            </a:endParaRPr>
          </a:p>
          <a:p>
            <a:pPr marL="342900" indent="-215900"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="1" baseline="0" dirty="0" err="1">
                <a:latin typeface="Calibri" panose="020F0502020204030204" charset="0"/>
                <a:cs typeface="Calibri" panose="020F0502020204030204" charset="0"/>
              </a:rPr>
              <a:t>Цель:</a:t>
            </a:r>
            <a:endParaRPr lang="ru-RU" altLang="x-none" sz="24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457200"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en-US" sz="2400" baseline="0" dirty="0" err="1">
                <a:latin typeface="Calibri" panose="020F0502020204030204" charset="0"/>
                <a:cs typeface="Calibri" panose="020F0502020204030204" charset="0"/>
              </a:rPr>
              <a:t>р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азработать минималистичное и удобное ПО  для ведения журнала обслуживания автомобиля и определения необходимого ТО в зависимости от пробега атвомобиля.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215900"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="1" baseline="0" dirty="0" err="1">
                <a:latin typeface="Calibri" panose="020F0502020204030204" charset="0"/>
                <a:cs typeface="Calibri" panose="020F0502020204030204" charset="0"/>
              </a:rPr>
              <a:t>Задачи:</a:t>
            </a:r>
            <a:endParaRPr lang="ru-RU" altLang="x-none" sz="24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215900" algn="just" defTabSz="914400" hangingPunct="1">
              <a:lnSpc>
                <a:spcPct val="150000"/>
              </a:lnSpc>
              <a:buSzPct val="100000"/>
              <a:buFont typeface="Calibri" panose="020F0502020204030204" charset="0"/>
              <a:buChar char="-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разработать стурктурную схему</a:t>
            </a:r>
            <a:r>
              <a:rPr lang="ru-RU" altLang="x-none" baseline="0" dirty="0" err="1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ПО</a:t>
            </a:r>
            <a:r>
              <a:rPr lang="en-US" altLang="ru-RU" sz="2400" baseline="0" dirty="0" err="1">
                <a:latin typeface="Calibri" panose="020F0502020204030204" charset="0"/>
                <a:cs typeface="Calibri" panose="020F0502020204030204" charset="0"/>
              </a:rPr>
              <a:t>;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215900" algn="just" defTabSz="914400" hangingPunct="1">
              <a:lnSpc>
                <a:spcPct val="150000"/>
              </a:lnSpc>
              <a:buSzPct val="100000"/>
              <a:buFont typeface="Calibri" panose="020F0502020204030204" charset="0"/>
              <a:buChar char="-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написать код приложения</a:t>
            </a:r>
            <a:r>
              <a:rPr lang="en-US" altLang="ru-RU" sz="2400" baseline="0" dirty="0" err="1">
                <a:latin typeface="Calibri" panose="020F0502020204030204" charset="0"/>
                <a:cs typeface="Calibri" panose="020F0502020204030204" charset="0"/>
              </a:rPr>
              <a:t>;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215900" algn="just" defTabSz="914400" hangingPunct="1">
              <a:lnSpc>
                <a:spcPct val="150000"/>
              </a:lnSpc>
              <a:buSzPct val="100000"/>
              <a:buFont typeface="Calibri" panose="020F0502020204030204" charset="0"/>
              <a:buChar char="-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составить описание проекта и презентацию для защиты</a:t>
            </a:r>
            <a:r>
              <a:rPr lang="en-US" altLang="ru-RU" sz="2400" baseline="0" dirty="0" err="1">
                <a:latin typeface="Calibri" panose="020F0502020204030204" charset="0"/>
                <a:cs typeface="Calibri" panose="020F0502020204030204" charset="0"/>
              </a:rPr>
              <a:t>.</a:t>
            </a:r>
            <a:endParaRPr lang="en-US" altLang="ru-RU" sz="2400" baseline="0" dirty="0" err="1">
              <a:latin typeface="Calibri" panose="020F0502020204030204" charset="0"/>
              <a:ea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15362" name="Изображение 1536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5363" name="Изображение 1536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5364" name="Изображение 1536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5365" name="Изображение 1536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385" name="Прямоугольник 16384"/>
          <p:cNvSpPr/>
          <p:nvPr/>
        </p:nvSpPr>
        <p:spPr>
          <a:xfrm>
            <a:off x="481013" y="1852613"/>
            <a:ext cx="11537950" cy="305879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ЭТАПЫ РАБОТЫ НАД ПРОЕКТОМ</a:t>
            </a:r>
            <a:endParaRPr lang="ru-RU" altLang="x-none" sz="32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1. Этап проектирования и анализа,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2. этап программной реализации,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spcAft>
                <a:spcPts val="2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3. этап тестирования и отладки.</a:t>
            </a:r>
            <a:endParaRPr lang="ru-RU" altLang="x-none" sz="2400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pic>
        <p:nvPicPr>
          <p:cNvPr id="16386" name="Изображение 1638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387" name="Изображение 1638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388" name="Изображение 1638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389" name="Изображение 1638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409" name="Прямоугольник 17408"/>
          <p:cNvSpPr/>
          <p:nvPr/>
        </p:nvSpPr>
        <p:spPr>
          <a:xfrm>
            <a:off x="100330" y="1852930"/>
            <a:ext cx="11631295" cy="419989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1">
            <a:spAutoFit/>
          </a:bodyPr>
          <a:p>
            <a:pPr algn="ctr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ИСПОЛЬЗУЕМЫЕ ТЕХНОЛОГИИ И ОБОРУДОВАНИЕ</a:t>
            </a:r>
            <a:endParaRPr lang="ru-RU" altLang="x-none" sz="32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342900" algn="ctr" defTabSz="914400" hangingPunct="1">
              <a:lnSpc>
                <a:spcPct val="150000"/>
              </a:lnSpc>
              <a:spcAft>
                <a:spcPts val="215"/>
              </a:spcAft>
              <a:buFont typeface="Wingdings" panose="05000000000000000000" charset="0"/>
              <a:buChar char="Ø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marL="342900" indent="-342900" defTabSz="914400" hangingPunct="1">
              <a:lnSpc>
                <a:spcPct val="150000"/>
              </a:lnSpc>
              <a:buFont typeface="Wingdings" panose="05000000000000000000" charset="0"/>
              <a:buChar char="Ø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Язык программирования Python 3.10,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342900" defTabSz="914400" hangingPunct="1">
              <a:lnSpc>
                <a:spcPct val="150000"/>
              </a:lnSpc>
              <a:buFont typeface="Wingdings" panose="05000000000000000000" charset="0"/>
              <a:buChar char="Ø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стандартная библиотека для реализации 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GUI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 Tkinter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в 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Python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,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342900" defTabSz="914400" hangingPunct="1">
              <a:lnSpc>
                <a:spcPct val="150000"/>
              </a:lnSpc>
              <a:buFont typeface="Wingdings" panose="05000000000000000000" charset="0"/>
              <a:buChar char="Ø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встроенная в Pyt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h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on библиотека для взаимодействия с БД SQLite.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endParaRPr lang="ru-RU" altLang="x-none" sz="2400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pic>
        <p:nvPicPr>
          <p:cNvPr id="17410" name="Изображение 1740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7411" name="Изображение 174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7412" name="Изображение 174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7413" name="Изображение 174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8433" name="Изображение 1843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240" y="1583690"/>
            <a:ext cx="3462338" cy="45862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8434" name="Изображение 184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8435" name="Прямоугольник 18434"/>
          <p:cNvSpPr/>
          <p:nvPr/>
        </p:nvSpPr>
        <p:spPr>
          <a:xfrm>
            <a:off x="4655820" y="1711008"/>
            <a:ext cx="6888163" cy="58102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МОДУЛИ И ИХ ВЗАИМОДЕЙСТВИЕ</a:t>
            </a:r>
            <a:endParaRPr lang="ru-RU" altLang="x-none" sz="3200" b="1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pic>
        <p:nvPicPr>
          <p:cNvPr id="18436" name="Изображение 1843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963" y="3190875"/>
            <a:ext cx="6421437" cy="283527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8437" name="Прямоугольник 18436"/>
          <p:cNvSpPr/>
          <p:nvPr/>
        </p:nvSpPr>
        <p:spPr>
          <a:xfrm>
            <a:off x="6350" y="6143625"/>
            <a:ext cx="5399088" cy="46037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Диаграмма вариантов использования</a:t>
            </a:r>
            <a:endParaRPr lang="ru-RU" altLang="x-none" sz="2400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sp>
        <p:nvSpPr>
          <p:cNvPr id="18438" name="Прямоугольник 18437"/>
          <p:cNvSpPr/>
          <p:nvPr/>
        </p:nvSpPr>
        <p:spPr>
          <a:xfrm>
            <a:off x="6578600" y="6140450"/>
            <a:ext cx="4087813" cy="46037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Структурная диаграмма ПО</a:t>
            </a:r>
            <a:endParaRPr lang="ru-RU" altLang="x-none" sz="2400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pic>
        <p:nvPicPr>
          <p:cNvPr id="18439" name="Изображение 1843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8440" name="Изображение 1843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8441" name="Изображение 184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Прямоугольник 19456"/>
          <p:cNvSpPr/>
          <p:nvPr/>
        </p:nvSpPr>
        <p:spPr>
          <a:xfrm>
            <a:off x="2060575" y="1398588"/>
            <a:ext cx="8332788" cy="13716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r>
              <a:rPr lang="ru-RU" altLang="x-none" sz="3600" b="1" baseline="0" dirty="0" err="1">
                <a:latin typeface="Calibri" panose="020F0502020204030204" charset="0"/>
                <a:cs typeface="Calibri" panose="020F0502020204030204" charset="0"/>
              </a:rPr>
              <a:t>РАЗРАБОТКА КЛЮЧЕВЫХ АЛГОРИТМОВ</a:t>
            </a:r>
            <a:endParaRPr lang="ru-RU" altLang="x-none" sz="36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endParaRPr lang="ru-RU" altLang="x-none" sz="2400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sp>
        <p:nvSpPr>
          <p:cNvPr id="19458" name="Прямоугольник 19457"/>
          <p:cNvSpPr/>
          <p:nvPr/>
        </p:nvSpPr>
        <p:spPr>
          <a:xfrm>
            <a:off x="163830" y="2063750"/>
            <a:ext cx="11941175" cy="491934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just" defTabSz="914400" hangingPunct="1">
              <a:lnSpc>
                <a:spcPct val="150000"/>
              </a:lnSpc>
              <a:spcAft>
                <a:spcPts val="215"/>
              </a:spcAft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</a:rPr>
              <a:t>	</a:t>
            </a:r>
            <a:r>
              <a:rPr lang="en-US" altLang="x-none" sz="2400" baseline="0" dirty="0" err="1">
                <a:latin typeface="Calibri" panose="020F0502020204030204" charset="0"/>
              </a:rPr>
              <a:t>Основной функцией этого приложения является определение того какие процедуры планового ТО нужно провести в ближайшее время на основе пробега автомобиля и учёт уже проведённых процедур. Центральным алгоритмом приложения является алгоритм определения статуса процедуры ТО на основе пробега. Его логика учитывает не только факт превышения интервала проведения процедуры ТО, но и вводит понятие «допуска» — процента от интервала, за который система предупреждает о скором ТО. Это позволяет </a:t>
            </a:r>
            <a:r>
              <a:rPr lang="en-US" altLang="x-none" sz="2400" baseline="0" dirty="0" err="1">
                <a:latin typeface="Calibri" panose="020F0502020204030204" charset="0"/>
              </a:rPr>
              <a:t>пользователю гибко адаптировать напоминания под свой стиль вождения и образ жизни.</a:t>
            </a:r>
            <a:endParaRPr lang="en-US" altLang="x-none" sz="2400" baseline="0" dirty="0" err="1">
              <a:latin typeface="Calibri" panose="020F0502020204030204" charset="0"/>
            </a:endParaRPr>
          </a:p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endParaRPr lang="en-US" altLang="x-none" sz="2400" baseline="0" dirty="0" err="1">
              <a:latin typeface="Calibri" panose="020F0502020204030204" charset="0"/>
            </a:endParaRPr>
          </a:p>
        </p:txBody>
      </p:sp>
      <p:pic>
        <p:nvPicPr>
          <p:cNvPr id="19459" name="Изображение 1945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9460" name="Изображение 1945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9461" name="Изображение 1946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Прямоугольник 19456"/>
          <p:cNvSpPr/>
          <p:nvPr/>
        </p:nvSpPr>
        <p:spPr>
          <a:xfrm>
            <a:off x="2060575" y="1398588"/>
            <a:ext cx="8332788" cy="13716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r>
              <a:rPr lang="ru-RU" altLang="x-none" sz="3600" b="1" baseline="0" dirty="0" err="1">
                <a:latin typeface="Calibri" panose="020F0502020204030204" charset="0"/>
                <a:cs typeface="Calibri" panose="020F0502020204030204" charset="0"/>
              </a:rPr>
              <a:t>РАЗРАБОТКА КЛЮЧЕВЫХ АЛГОРИТМОВ</a:t>
            </a:r>
            <a:endParaRPr lang="ru-RU" altLang="x-none" sz="36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endParaRPr lang="ru-RU" altLang="x-none" sz="2400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sp>
        <p:nvSpPr>
          <p:cNvPr id="19458" name="Прямоугольник 19457"/>
          <p:cNvSpPr/>
          <p:nvPr/>
        </p:nvSpPr>
        <p:spPr>
          <a:xfrm>
            <a:off x="163830" y="2063750"/>
            <a:ext cx="11941175" cy="64262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just" defTabSz="914400" hangingPunct="1">
              <a:lnSpc>
                <a:spcPct val="150000"/>
              </a:lnSpc>
              <a:spcAft>
                <a:spcPts val="215"/>
              </a:spcAft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</a:rPr>
              <a:t>	</a:t>
            </a:r>
            <a:endParaRPr lang="en-US" altLang="x-none" sz="2400" baseline="0" dirty="0" err="1">
              <a:latin typeface="Calibri" panose="020F0502020204030204" charset="0"/>
            </a:endParaRPr>
          </a:p>
        </p:txBody>
      </p:sp>
      <p:pic>
        <p:nvPicPr>
          <p:cNvPr id="19459" name="Изображение 1945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9460" name="Изображение 1945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9461" name="Изображение 1946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2" name="Picture 12" descr="state_determine_dia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350" y="2753995"/>
            <a:ext cx="10889615" cy="3171825"/>
          </a:xfrm>
          <a:prstGeom prst="rect">
            <a:avLst/>
          </a:prstGeom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0481" name="Изображение 2048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0482" name="Изображение 2048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0483" name="Изображение 2048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0484" name="Изображение 2048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0500" y="1433513"/>
            <a:ext cx="6669088" cy="5424487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1505" name="Изображение 2150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1506" name="Изображение 2150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1507" name="Изображение 2150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1508" name="Изображение 215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7975" y="1392238"/>
            <a:ext cx="7108825" cy="5465762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2529" name="Изображение 2252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2530" name="Изображение 225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2531" name="Изображение 225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2532" name="Изображение 2253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9850" y="1398588"/>
            <a:ext cx="7358063" cy="5268912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553" name="Прямоугольник 23552"/>
          <p:cNvSpPr/>
          <p:nvPr/>
        </p:nvSpPr>
        <p:spPr>
          <a:xfrm>
            <a:off x="0" y="1706563"/>
            <a:ext cx="12026900" cy="457454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1">
            <a:spAutoFit/>
          </a:bodyPr>
          <a:p>
            <a:pPr algn="ctr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ОСНОВНЫЕ РЕЗУЛЬТАТЫ</a:t>
            </a:r>
            <a:endParaRPr lang="ru-RU" altLang="x-none" sz="32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		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Было разработано desktop-приложение "Приложение для ведения автомобильного журнала" на языке программирования Python.</a:t>
            </a:r>
            <a:r>
              <a:rPr lang="en-US" altLang="ru-RU" sz="2400" baseline="0" dirty="0" err="1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Модульное тестирование продемонстрировало стабильную работу всех компонентов. База данных стабильно выполняет запросы на добавление, поиск и удаление записей. Настройки корректно загружаются и сохраняют графический интерфейс реагирует на действия пользователя без задержек.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endParaRPr lang="ru-RU" altLang="x-none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pic>
        <p:nvPicPr>
          <p:cNvPr id="23554" name="Изображение 2355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3555" name="Изображение 2355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3556" name="Изображение 2355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3557" name="Изображение 2355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577" name="Прямоугольник 24576"/>
          <p:cNvSpPr/>
          <p:nvPr/>
        </p:nvSpPr>
        <p:spPr>
          <a:xfrm>
            <a:off x="0" y="1090613"/>
            <a:ext cx="11996738" cy="56769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ПЕРСПЕКТИВЫ РАЗВИТИЯ</a:t>
            </a:r>
            <a:endParaRPr lang="ru-RU" altLang="x-none" sz="32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1.Реализовать поддержку нескольких автомобилей с переключателем между профилями 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на одном устройстве. 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2.Синхронизация с внешними устройствами: Реализация возможности импорта текущего 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пробега. 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3.Создать легковесное облачное бэкенд для резервного копирования данных и синхронизации истории между несколькими устройствами пользователя (ПК, смартфон).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4. Создание мобильной версии: разработка мобильной версии на том же логическом ядре, но с интерфейсом, адаптированным для смартфонов.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endParaRPr lang="ru-RU" altLang="x-none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pic>
        <p:nvPicPr>
          <p:cNvPr id="24578" name="Изображение 2457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8" y="168275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4579" name="Изображение 2457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300" y="220663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4580" name="Изображение 2457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7650" y="49213"/>
            <a:ext cx="1238250" cy="1208087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5601" name="Прямоугольник 25600"/>
          <p:cNvSpPr/>
          <p:nvPr/>
        </p:nvSpPr>
        <p:spPr>
          <a:xfrm>
            <a:off x="0" y="3103563"/>
            <a:ext cx="12192000" cy="922337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5400" b="1" baseline="0" dirty="0" err="1">
                <a:latin typeface="Arial Black" panose="020B0A04020102020204" charset="0"/>
                <a:cs typeface="Arial Black" panose="020B0A04020102020204" charset="0"/>
              </a:rPr>
              <a:t>СПАСИБО ЗА ВНИМАНИЕ!</a:t>
            </a:r>
            <a:endParaRPr lang="ru-RU" altLang="x-none" sz="5400" b="1" baseline="0" dirty="0" err="1">
              <a:latin typeface="Arial Black" panose="020B0A04020102020204" charset="0"/>
              <a:ea typeface="Arial Black" panose="020B0A04020102020204" charset="0"/>
            </a:endParaRPr>
          </a:p>
        </p:txBody>
      </p:sp>
      <p:pic>
        <p:nvPicPr>
          <p:cNvPr id="25602" name="Изображение 2560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5603" name="Изображение 2560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5604" name="Изображение 2560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5605" name="Изображение 2560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1_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Cambria-Calibri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atMod val="350000"/>
                <a:shade val="99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3157</Words>
  <Application>WPS Presentation</Application>
  <PresentationFormat/>
  <Paragraphs>76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12</vt:i4>
      </vt:variant>
      <vt:variant>
        <vt:lpstr>幻灯片标题</vt:lpstr>
      </vt:variant>
      <vt:variant>
        <vt:i4>14</vt:i4>
      </vt:variant>
    </vt:vector>
  </HeadingPairs>
  <TitlesOfParts>
    <vt:vector size="42" baseType="lpstr">
      <vt:lpstr>Arial</vt:lpstr>
      <vt:lpstr>SimSun</vt:lpstr>
      <vt:lpstr>Wingdings</vt:lpstr>
      <vt:lpstr>Times New Roman</vt:lpstr>
      <vt:lpstr>Microsoft YaHei</vt:lpstr>
      <vt:lpstr>Droid Sans Fallback</vt:lpstr>
      <vt:lpstr>Calibri</vt:lpstr>
      <vt:lpstr>Trebuchet MS</vt:lpstr>
      <vt:lpstr>Segoe UI</vt:lpstr>
      <vt:lpstr>Noto Looped Lao Bold</vt:lpstr>
      <vt:lpstr>Arial Black</vt:lpstr>
      <vt:lpstr>Wingdings</vt:lpstr>
      <vt:lpstr>Microsoft YaHei</vt:lpstr>
      <vt:lpstr>Arial Unicode MS</vt:lpstr>
      <vt:lpstr>Andale Mono</vt:lpstr>
      <vt:lpstr>OpenSymbol</vt:lpstr>
      <vt:lpstr/>
      <vt:lpstr/>
      <vt:lpstr/>
      <vt:lpstr/>
      <vt:lpstr/>
      <vt:lpstr/>
      <vt:lpstr/>
      <vt:lpstr/>
      <vt:lpstr/>
      <vt:lpstr/>
      <vt:lpstr/>
      <vt:lpstr>1_</vt:lpstr>
      <vt:lpstr>Приложение для ведения автомобильного журнала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banana-killer</cp:lastModifiedBy>
  <cp:revision>26</cp:revision>
  <dcterms:created xsi:type="dcterms:W3CDTF">2026-02-27T11:38:42Z</dcterms:created>
  <dcterms:modified xsi:type="dcterms:W3CDTF">2026-02-27T11:38:42Z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14.0000</vt:lpwstr>
  </property>
  <property fmtid="{D5CDD505-2E9C-101B-9397-08002B2CF9AE}" pid="3" name="ICV">
    <vt:lpwstr>E6F5FF824ECE40449015F2A02FA771EF_12</vt:lpwstr>
  </property>
  <property fmtid="{D5CDD505-2E9C-101B-9397-08002B2CF9AE}" pid="4" name="KSOProductBuildVer">
    <vt:lpwstr>1033-11.1.0.11723</vt:lpwstr>
  </property>
  <property fmtid="{D5CDD505-2E9C-101B-9397-08002B2CF9AE}" pid="5" name="PresentationFormat">
    <vt:lpwstr>Широкоэкранный</vt:lpwstr>
  </property>
  <property fmtid="{D5CDD505-2E9C-101B-9397-08002B2CF9AE}" pid="6" name="Slides">
    <vt:i4>10</vt:i4>
  </property>
</Properties>
</file>